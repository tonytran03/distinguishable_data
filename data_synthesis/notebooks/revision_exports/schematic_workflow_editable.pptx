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4630400" cy="82296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B6CD2"/>
    <a:srgbClr val="FFF4E5"/>
    <a:srgbClr val="E2B4CD"/>
    <a:srgbClr val="EA5C1F"/>
    <a:srgbClr val="D55E00"/>
    <a:srgbClr val="FFAF6D"/>
    <a:srgbClr val="A59BE1"/>
    <a:srgbClr val="69F3BB"/>
    <a:srgbClr val="00C491"/>
    <a:srgbClr val="00D0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25" d="100"/>
          <a:sy n="125" d="100"/>
        </p:scale>
        <p:origin x="654" y="1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351647" y="1119064"/>
            <a:ext cx="7927106" cy="412421"/>
          </a:xfrm>
          <a:prstGeom prst="rect">
            <a:avLst/>
          </a:prstGeom>
          <a:noFill/>
        </p:spPr>
        <p:txBody>
          <a:bodyPr wrap="none" lIns="73152" tIns="36576" rIns="73152" bIns="36576" anchor="ctr">
            <a:spAutoFit/>
          </a:bodyPr>
          <a:lstStyle/>
          <a:p>
            <a:pPr algn="ctr"/>
            <a:r>
              <a:rPr sz="2200" b="1" dirty="0">
                <a:solidFill>
                  <a:srgbClr val="333434"/>
                </a:solidFill>
                <a:latin typeface="Arial"/>
              </a:rPr>
              <a:t>Systematic </a:t>
            </a:r>
            <a:r>
              <a:rPr sz="2200" b="1" dirty="0">
                <a:solidFill>
                  <a:srgbClr val="333434"/>
                </a:solidFill>
                <a:latin typeface="SF Pro Display" panose="00000500000000000000" pitchFamily="50" charset="0"/>
                <a:ea typeface="SF Pro Display" panose="00000500000000000000" pitchFamily="50" charset="0"/>
              </a:rPr>
              <a:t>evaluation</a:t>
            </a:r>
            <a:r>
              <a:rPr sz="2200" b="1" dirty="0">
                <a:solidFill>
                  <a:srgbClr val="333434"/>
                </a:solidFill>
                <a:latin typeface="Arial"/>
              </a:rPr>
              <a:t> of synthetic biomedical data fidelity</a:t>
            </a:r>
          </a:p>
        </p:txBody>
      </p:sp>
      <p:sp>
        <p:nvSpPr>
          <p:cNvPr id="6" name="Rounded Rectangle 5"/>
          <p:cNvSpPr>
            <a:spLocks/>
          </p:cNvSpPr>
          <p:nvPr/>
        </p:nvSpPr>
        <p:spPr>
          <a:xfrm>
            <a:off x="8018100" y="2471775"/>
            <a:ext cx="2866268" cy="2286001"/>
          </a:xfrm>
          <a:prstGeom prst="roundRect">
            <a:avLst>
              <a:gd name="adj" fmla="val 2834"/>
            </a:avLst>
          </a:prstGeom>
          <a:solidFill>
            <a:schemeClr val="bg1">
              <a:lumMod val="95000"/>
            </a:schemeClr>
          </a:solidFill>
          <a:ln w="17780">
            <a:solidFill>
              <a:srgbClr val="3334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t"/>
          <a:lstStyle/>
          <a:p>
            <a:pPr algn="ctr"/>
            <a:endParaRPr lang="en-CA" sz="800" dirty="0">
              <a:solidFill>
                <a:srgbClr val="5F5F5F"/>
              </a:solidFill>
              <a:latin typeface="Arial"/>
            </a:endParaRPr>
          </a:p>
        </p:txBody>
      </p:sp>
      <p:sp>
        <p:nvSpPr>
          <p:cNvPr id="7" name="Rounded Rectangle 6"/>
          <p:cNvSpPr>
            <a:spLocks/>
          </p:cNvSpPr>
          <p:nvPr/>
        </p:nvSpPr>
        <p:spPr>
          <a:xfrm>
            <a:off x="11978222" y="2414572"/>
            <a:ext cx="2279073" cy="2329243"/>
          </a:xfrm>
          <a:prstGeom prst="roundRect">
            <a:avLst>
              <a:gd name="adj" fmla="val 5801"/>
            </a:avLst>
          </a:prstGeom>
          <a:solidFill>
            <a:srgbClr val="FFF4E5"/>
          </a:solidFill>
          <a:ln w="17780">
            <a:solidFill>
              <a:srgbClr val="3334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t"/>
          <a:lstStyle/>
          <a:p>
            <a:pPr algn="l"/>
            <a:r>
              <a:rPr sz="1500" b="1" dirty="0">
                <a:solidFill>
                  <a:srgbClr val="333434"/>
                </a:solidFill>
                <a:latin typeface="SF Pro Display" panose="00000500000000000000" pitchFamily="50" charset="0"/>
                <a:ea typeface="SF Pro Display" panose="00000500000000000000" pitchFamily="50" charset="0"/>
              </a:rPr>
              <a:t>Stress tests</a:t>
            </a:r>
          </a:p>
        </p:txBody>
      </p:sp>
      <p:sp>
        <p:nvSpPr>
          <p:cNvPr id="109" name="TextBox 108"/>
          <p:cNvSpPr txBox="1">
            <a:spLocks/>
          </p:cNvSpPr>
          <p:nvPr/>
        </p:nvSpPr>
        <p:spPr>
          <a:xfrm>
            <a:off x="8221592" y="3213897"/>
            <a:ext cx="1051560" cy="146304"/>
          </a:xfrm>
          <a:prstGeom prst="rect">
            <a:avLst/>
          </a:prstGeom>
          <a:noFill/>
        </p:spPr>
        <p:txBody>
          <a:bodyPr wrap="none" lIns="73152" tIns="36576" rIns="73152" bIns="36576" anchor="ctr">
            <a:spAutoFit/>
          </a:bodyPr>
          <a:lstStyle/>
          <a:p>
            <a:pPr algn="ctr"/>
            <a:r>
              <a:rPr sz="740" b="0" dirty="0">
                <a:solidFill>
                  <a:srgbClr val="646464"/>
                </a:solidFill>
                <a:latin typeface="Arial"/>
              </a:rPr>
              <a:t>PCA overlap</a:t>
            </a:r>
          </a:p>
        </p:txBody>
      </p:sp>
      <p:sp>
        <p:nvSpPr>
          <p:cNvPr id="111" name="Rectangle 110"/>
          <p:cNvSpPr>
            <a:spLocks/>
          </p:cNvSpPr>
          <p:nvPr/>
        </p:nvSpPr>
        <p:spPr>
          <a:xfrm>
            <a:off x="9639363" y="3035880"/>
            <a:ext cx="67056" cy="107533"/>
          </a:xfrm>
          <a:prstGeom prst="rect">
            <a:avLst/>
          </a:prstGeom>
          <a:solidFill>
            <a:srgbClr val="9EC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2" name="Rectangle 111"/>
          <p:cNvSpPr>
            <a:spLocks/>
          </p:cNvSpPr>
          <p:nvPr/>
        </p:nvSpPr>
        <p:spPr>
          <a:xfrm>
            <a:off x="9684067" y="3020211"/>
            <a:ext cx="67056" cy="123202"/>
          </a:xfrm>
          <a:prstGeom prst="rect">
            <a:avLst/>
          </a:prstGeom>
          <a:solidFill>
            <a:srgbClr val="F4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Rectangle 112"/>
          <p:cNvSpPr>
            <a:spLocks/>
          </p:cNvSpPr>
          <p:nvPr/>
        </p:nvSpPr>
        <p:spPr>
          <a:xfrm>
            <a:off x="9757697" y="2920666"/>
            <a:ext cx="67056" cy="222747"/>
          </a:xfrm>
          <a:prstGeom prst="rect">
            <a:avLst/>
          </a:prstGeom>
          <a:solidFill>
            <a:srgbClr val="9EC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Rectangle 113"/>
          <p:cNvSpPr>
            <a:spLocks/>
          </p:cNvSpPr>
          <p:nvPr/>
        </p:nvSpPr>
        <p:spPr>
          <a:xfrm>
            <a:off x="9802401" y="2921127"/>
            <a:ext cx="67056" cy="222286"/>
          </a:xfrm>
          <a:prstGeom prst="rect">
            <a:avLst/>
          </a:prstGeom>
          <a:solidFill>
            <a:srgbClr val="F4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Rectangle 114"/>
          <p:cNvSpPr>
            <a:spLocks/>
          </p:cNvSpPr>
          <p:nvPr/>
        </p:nvSpPr>
        <p:spPr>
          <a:xfrm>
            <a:off x="9876031" y="2790089"/>
            <a:ext cx="67056" cy="353324"/>
          </a:xfrm>
          <a:prstGeom prst="rect">
            <a:avLst/>
          </a:prstGeom>
          <a:solidFill>
            <a:srgbClr val="9EC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6" name="Rectangle 115"/>
          <p:cNvSpPr>
            <a:spLocks/>
          </p:cNvSpPr>
          <p:nvPr/>
        </p:nvSpPr>
        <p:spPr>
          <a:xfrm>
            <a:off x="9920735" y="2808831"/>
            <a:ext cx="67056" cy="334582"/>
          </a:xfrm>
          <a:prstGeom prst="rect">
            <a:avLst/>
          </a:prstGeom>
          <a:solidFill>
            <a:srgbClr val="F4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Rectangle 116"/>
          <p:cNvSpPr>
            <a:spLocks/>
          </p:cNvSpPr>
          <p:nvPr/>
        </p:nvSpPr>
        <p:spPr>
          <a:xfrm>
            <a:off x="9994365" y="2882261"/>
            <a:ext cx="67056" cy="261152"/>
          </a:xfrm>
          <a:prstGeom prst="rect">
            <a:avLst/>
          </a:prstGeom>
          <a:solidFill>
            <a:srgbClr val="9EC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118" name="Rectangle 117"/>
          <p:cNvSpPr>
            <a:spLocks/>
          </p:cNvSpPr>
          <p:nvPr/>
        </p:nvSpPr>
        <p:spPr>
          <a:xfrm>
            <a:off x="10039069" y="2888098"/>
            <a:ext cx="67056" cy="255315"/>
          </a:xfrm>
          <a:prstGeom prst="rect">
            <a:avLst/>
          </a:prstGeom>
          <a:solidFill>
            <a:srgbClr val="F4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Rectangle 118"/>
          <p:cNvSpPr>
            <a:spLocks/>
          </p:cNvSpPr>
          <p:nvPr/>
        </p:nvSpPr>
        <p:spPr>
          <a:xfrm>
            <a:off x="10112699" y="2982113"/>
            <a:ext cx="67056" cy="161300"/>
          </a:xfrm>
          <a:prstGeom prst="rect">
            <a:avLst/>
          </a:prstGeom>
          <a:solidFill>
            <a:srgbClr val="9EC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0" name="Rectangle 119"/>
          <p:cNvSpPr>
            <a:spLocks/>
          </p:cNvSpPr>
          <p:nvPr/>
        </p:nvSpPr>
        <p:spPr>
          <a:xfrm>
            <a:off x="10157403" y="2973972"/>
            <a:ext cx="67056" cy="169441"/>
          </a:xfrm>
          <a:prstGeom prst="rect">
            <a:avLst/>
          </a:prstGeom>
          <a:solidFill>
            <a:srgbClr val="F4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Rectangle 120"/>
          <p:cNvSpPr>
            <a:spLocks/>
          </p:cNvSpPr>
          <p:nvPr/>
        </p:nvSpPr>
        <p:spPr>
          <a:xfrm>
            <a:off x="10231033" y="3066604"/>
            <a:ext cx="67056" cy="76809"/>
          </a:xfrm>
          <a:prstGeom prst="rect">
            <a:avLst/>
          </a:prstGeom>
          <a:solidFill>
            <a:srgbClr val="9ECA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2" name="Rectangle 121"/>
          <p:cNvSpPr>
            <a:spLocks/>
          </p:cNvSpPr>
          <p:nvPr/>
        </p:nvSpPr>
        <p:spPr>
          <a:xfrm>
            <a:off x="10275737" y="3046633"/>
            <a:ext cx="67056" cy="96780"/>
          </a:xfrm>
          <a:prstGeom prst="rect">
            <a:avLst/>
          </a:prstGeom>
          <a:solidFill>
            <a:srgbClr val="F4A6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4" name="TextBox 123"/>
          <p:cNvSpPr txBox="1">
            <a:spLocks/>
          </p:cNvSpPr>
          <p:nvPr/>
        </p:nvSpPr>
        <p:spPr>
          <a:xfrm>
            <a:off x="9479253" y="3214227"/>
            <a:ext cx="1051560" cy="146304"/>
          </a:xfrm>
          <a:prstGeom prst="rect">
            <a:avLst/>
          </a:prstGeom>
          <a:noFill/>
        </p:spPr>
        <p:txBody>
          <a:bodyPr wrap="none" lIns="73152" tIns="36576" rIns="73152" bIns="36576" anchor="ctr">
            <a:spAutoFit/>
          </a:bodyPr>
          <a:lstStyle/>
          <a:p>
            <a:pPr algn="ctr"/>
            <a:r>
              <a:rPr sz="740" b="0" dirty="0">
                <a:solidFill>
                  <a:srgbClr val="646464"/>
                </a:solidFill>
                <a:latin typeface="Arial"/>
              </a:rPr>
              <a:t>marginal fidelity</a:t>
            </a:r>
          </a:p>
        </p:txBody>
      </p:sp>
      <p:sp>
        <p:nvSpPr>
          <p:cNvPr id="151" name="TextBox 150"/>
          <p:cNvSpPr txBox="1">
            <a:spLocks/>
          </p:cNvSpPr>
          <p:nvPr/>
        </p:nvSpPr>
        <p:spPr>
          <a:xfrm>
            <a:off x="8322714" y="4499530"/>
            <a:ext cx="941220" cy="181588"/>
          </a:xfrm>
          <a:prstGeom prst="rect">
            <a:avLst/>
          </a:prstGeom>
          <a:noFill/>
        </p:spPr>
        <p:txBody>
          <a:bodyPr wrap="none" lIns="73152" tIns="36576" rIns="73152" bIns="36576" anchor="ctr">
            <a:spAutoFit/>
          </a:bodyPr>
          <a:lstStyle/>
          <a:p>
            <a:pPr algn="ctr"/>
            <a:r>
              <a:rPr lang="en-CA" sz="700" dirty="0">
                <a:solidFill>
                  <a:srgbClr val="5F5F5F"/>
                </a:solidFill>
                <a:latin typeface="Arial"/>
              </a:rPr>
              <a:t>correlation heatmap</a:t>
            </a:r>
          </a:p>
        </p:txBody>
      </p:sp>
      <p:grpSp>
        <p:nvGrpSpPr>
          <p:cNvPr id="609" name="Group 608">
            <a:extLst>
              <a:ext uri="{FF2B5EF4-FFF2-40B4-BE49-F238E27FC236}">
                <a16:creationId xmlns:a16="http://schemas.microsoft.com/office/drawing/2014/main" id="{B98892CD-C028-1917-A2FC-E6BECDD10508}"/>
              </a:ext>
            </a:extLst>
          </p:cNvPr>
          <p:cNvGrpSpPr/>
          <p:nvPr/>
        </p:nvGrpSpPr>
        <p:grpSpPr>
          <a:xfrm>
            <a:off x="4477963" y="2087880"/>
            <a:ext cx="2427922" cy="2883346"/>
            <a:chOff x="4109771" y="1752600"/>
            <a:chExt cx="2427922" cy="3138923"/>
          </a:xfrm>
        </p:grpSpPr>
        <p:sp>
          <p:nvSpPr>
            <p:cNvPr id="5" name="Rounded Rectangle 4"/>
            <p:cNvSpPr>
              <a:spLocks/>
            </p:cNvSpPr>
            <p:nvPr/>
          </p:nvSpPr>
          <p:spPr>
            <a:xfrm>
              <a:off x="4109771" y="1752600"/>
              <a:ext cx="2427922" cy="3138923"/>
            </a:xfrm>
            <a:prstGeom prst="roundRect">
              <a:avLst>
                <a:gd name="adj" fmla="val 8275"/>
              </a:avLst>
            </a:prstGeom>
            <a:solidFill>
              <a:srgbClr val="F7FBFF"/>
            </a:solidFill>
            <a:ln w="17780">
              <a:solidFill>
                <a:srgbClr val="333434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lIns="73152" tIns="36576" rIns="73152" bIns="36576" rtlCol="0" anchor="t"/>
            <a:lstStyle/>
            <a:p>
              <a:pPr algn="l"/>
              <a:r>
                <a:rPr sz="1500" b="1" dirty="0">
                  <a:solidFill>
                    <a:srgbClr val="333434"/>
                  </a:solidFill>
                  <a:latin typeface="SF Pro Display" panose="00000500000000000000" pitchFamily="50" charset="0"/>
                  <a:ea typeface="SF Pro Display" panose="00000500000000000000" pitchFamily="50" charset="0"/>
                </a:rPr>
                <a:t>Synthetic generators</a:t>
              </a:r>
            </a:p>
          </p:txBody>
        </p:sp>
        <p:sp>
          <p:nvSpPr>
            <p:cNvPr id="89" name="Oval 88"/>
            <p:cNvSpPr/>
            <p:nvPr/>
          </p:nvSpPr>
          <p:spPr>
            <a:xfrm>
              <a:off x="4318775" y="2321099"/>
              <a:ext cx="586523" cy="213238"/>
            </a:xfrm>
            <a:prstGeom prst="ellipse">
              <a:avLst/>
            </a:prstGeom>
            <a:solidFill>
              <a:srgbClr val="A59BE1">
                <a:alpha val="50196"/>
              </a:srgbClr>
            </a:solidFill>
            <a:ln w="15240">
              <a:solidFill>
                <a:srgbClr val="6A5ACD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4905299" y="2266002"/>
              <a:ext cx="854658" cy="284799"/>
            </a:xfrm>
            <a:prstGeom prst="rect">
              <a:avLst/>
            </a:prstGeom>
            <a:noFill/>
          </p:spPr>
          <p:txBody>
            <a:bodyPr wrap="none" lIns="73152" tIns="36576" rIns="73152" bIns="36576" anchor="ctr">
              <a:spAutoFit/>
            </a:bodyPr>
            <a:lstStyle/>
            <a:p>
              <a:pPr algn="l"/>
              <a:r>
                <a:rPr sz="1220" b="1" dirty="0">
                  <a:solidFill>
                    <a:srgbClr val="6A5ACD"/>
                  </a:solidFill>
                  <a:latin typeface="SF Pro Display" panose="00000500000000000000" pitchFamily="50" charset="0"/>
                  <a:ea typeface="SF Pro Display" panose="00000500000000000000" pitchFamily="50" charset="0"/>
                </a:rPr>
                <a:t>Bootstrap</a:t>
              </a:r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4905299" y="2858515"/>
              <a:ext cx="1098314" cy="284799"/>
            </a:xfrm>
            <a:prstGeom prst="rect">
              <a:avLst/>
            </a:prstGeom>
            <a:noFill/>
          </p:spPr>
          <p:txBody>
            <a:bodyPr wrap="none" lIns="73152" tIns="36576" rIns="73152" bIns="36576" anchor="ctr">
              <a:spAutoFit/>
            </a:bodyPr>
            <a:lstStyle/>
            <a:p>
              <a:pPr algn="l"/>
              <a:r>
                <a:rPr sz="1220" b="1" dirty="0">
                  <a:solidFill>
                    <a:srgbClr val="CC79A7"/>
                  </a:solidFill>
                  <a:latin typeface="SF Pro Display" panose="00000500000000000000" pitchFamily="50" charset="0"/>
                  <a:ea typeface="SF Pro Display" panose="00000500000000000000" pitchFamily="50" charset="0"/>
                </a:rPr>
                <a:t>Column-wise</a:t>
              </a:r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4919383" y="3411963"/>
              <a:ext cx="530851" cy="284799"/>
            </a:xfrm>
            <a:prstGeom prst="rect">
              <a:avLst/>
            </a:prstGeom>
            <a:noFill/>
          </p:spPr>
          <p:txBody>
            <a:bodyPr wrap="none" lIns="73152" tIns="36576" rIns="73152" bIns="36576" anchor="ctr">
              <a:spAutoFit/>
            </a:bodyPr>
            <a:lstStyle/>
            <a:p>
              <a:pPr algn="l"/>
              <a:r>
                <a:rPr sz="1220" b="1" dirty="0">
                  <a:solidFill>
                    <a:srgbClr val="009E73"/>
                  </a:solidFill>
                  <a:latin typeface="SF Pro Display" panose="00000500000000000000" pitchFamily="50" charset="0"/>
                  <a:ea typeface="SF Pro Display" panose="00000500000000000000" pitchFamily="50" charset="0"/>
                </a:rPr>
                <a:t>GMM</a:t>
              </a:r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4913137" y="4051808"/>
              <a:ext cx="562911" cy="284799"/>
            </a:xfrm>
            <a:prstGeom prst="rect">
              <a:avLst/>
            </a:prstGeom>
            <a:noFill/>
          </p:spPr>
          <p:txBody>
            <a:bodyPr wrap="none" lIns="73152" tIns="36576" rIns="73152" bIns="36576" anchor="ctr">
              <a:spAutoFit/>
            </a:bodyPr>
            <a:lstStyle/>
            <a:p>
              <a:pPr algn="l"/>
              <a:r>
                <a:rPr sz="1220" b="1" dirty="0">
                  <a:solidFill>
                    <a:srgbClr val="D55E00"/>
                  </a:solidFill>
                  <a:latin typeface="SF Pro Display" panose="00000500000000000000" pitchFamily="50" charset="0"/>
                  <a:ea typeface="SF Pro Display" panose="00000500000000000000" pitchFamily="50" charset="0"/>
                </a:rPr>
                <a:t>CVAE</a:t>
              </a:r>
            </a:p>
          </p:txBody>
        </p:sp>
        <p:sp>
          <p:nvSpPr>
            <p:cNvPr id="218" name="Oval 217">
              <a:extLst>
                <a:ext uri="{FF2B5EF4-FFF2-40B4-BE49-F238E27FC236}">
                  <a16:creationId xmlns:a16="http://schemas.microsoft.com/office/drawing/2014/main" id="{9F75860E-4A80-308A-3D83-BE1F6AB1CD68}"/>
                </a:ext>
              </a:extLst>
            </p:cNvPr>
            <p:cNvSpPr/>
            <p:nvPr/>
          </p:nvSpPr>
          <p:spPr>
            <a:xfrm>
              <a:off x="4319429" y="2894233"/>
              <a:ext cx="586523" cy="213238"/>
            </a:xfrm>
            <a:prstGeom prst="ellipse">
              <a:avLst/>
            </a:prstGeom>
            <a:solidFill>
              <a:srgbClr val="E2B4CD">
                <a:alpha val="80000"/>
              </a:srgbClr>
            </a:solidFill>
            <a:ln w="15240">
              <a:solidFill>
                <a:srgbClr val="CC79A7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219" name="Oval 218">
              <a:extLst>
                <a:ext uri="{FF2B5EF4-FFF2-40B4-BE49-F238E27FC236}">
                  <a16:creationId xmlns:a16="http://schemas.microsoft.com/office/drawing/2014/main" id="{720F184A-9637-CECA-760B-1EC54215501E}"/>
                </a:ext>
              </a:extLst>
            </p:cNvPr>
            <p:cNvSpPr/>
            <p:nvPr/>
          </p:nvSpPr>
          <p:spPr>
            <a:xfrm>
              <a:off x="4319429" y="3444758"/>
              <a:ext cx="586523" cy="213238"/>
            </a:xfrm>
            <a:prstGeom prst="ellipse">
              <a:avLst/>
            </a:prstGeom>
            <a:solidFill>
              <a:srgbClr val="69F3BB">
                <a:alpha val="30196"/>
              </a:srgbClr>
            </a:solidFill>
            <a:ln w="15240">
              <a:solidFill>
                <a:srgbClr val="00C49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  <p:sp>
          <p:nvSpPr>
            <p:cNvPr id="220" name="Oval 219">
              <a:extLst>
                <a:ext uri="{FF2B5EF4-FFF2-40B4-BE49-F238E27FC236}">
                  <a16:creationId xmlns:a16="http://schemas.microsoft.com/office/drawing/2014/main" id="{88126407-ADDD-1252-4CA5-14580A83F56E}"/>
                </a:ext>
              </a:extLst>
            </p:cNvPr>
            <p:cNvSpPr/>
            <p:nvPr/>
          </p:nvSpPr>
          <p:spPr>
            <a:xfrm>
              <a:off x="4319429" y="4081553"/>
              <a:ext cx="586523" cy="213238"/>
            </a:xfrm>
            <a:prstGeom prst="ellipse">
              <a:avLst/>
            </a:prstGeom>
            <a:solidFill>
              <a:srgbClr val="FFAF6D">
                <a:alpha val="50196"/>
              </a:srgbClr>
            </a:solidFill>
            <a:ln w="15240">
              <a:solidFill>
                <a:srgbClr val="D55E00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dirty="0"/>
            </a:p>
          </p:txBody>
        </p:sp>
      </p:grpSp>
      <p:cxnSp>
        <p:nvCxnSpPr>
          <p:cNvPr id="222" name="Straight Arrow Connector 221">
            <a:extLst>
              <a:ext uri="{FF2B5EF4-FFF2-40B4-BE49-F238E27FC236}">
                <a16:creationId xmlns:a16="http://schemas.microsoft.com/office/drawing/2014/main" id="{72D939BA-D3DD-EF1F-D169-4358EB9EB856}"/>
              </a:ext>
            </a:extLst>
          </p:cNvPr>
          <p:cNvCxnSpPr>
            <a:cxnSpLocks/>
          </p:cNvCxnSpPr>
          <p:nvPr/>
        </p:nvCxnSpPr>
        <p:spPr>
          <a:xfrm>
            <a:off x="3688080" y="3620196"/>
            <a:ext cx="701040" cy="0"/>
          </a:xfrm>
          <a:prstGeom prst="straightConnector1">
            <a:avLst/>
          </a:prstGeom>
          <a:ln w="38100">
            <a:solidFill>
              <a:schemeClr val="tx1">
                <a:lumMod val="85000"/>
                <a:lumOff val="1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ounded Rectangle 3"/>
          <p:cNvSpPr>
            <a:spLocks/>
          </p:cNvSpPr>
          <p:nvPr/>
        </p:nvSpPr>
        <p:spPr>
          <a:xfrm>
            <a:off x="508147" y="2172917"/>
            <a:ext cx="3054927" cy="2798309"/>
          </a:xfrm>
          <a:prstGeom prst="roundRect">
            <a:avLst>
              <a:gd name="adj" fmla="val 5443"/>
            </a:avLst>
          </a:prstGeom>
          <a:solidFill>
            <a:srgbClr val="FAFAFA"/>
          </a:solidFill>
          <a:ln w="17780">
            <a:solidFill>
              <a:srgbClr val="33343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73152" tIns="36576" rIns="73152" bIns="36576" rtlCol="0" anchor="t"/>
          <a:lstStyle/>
          <a:p>
            <a:pPr algn="l"/>
            <a:r>
              <a:rPr b="1" dirty="0">
                <a:solidFill>
                  <a:schemeClr val="tx1"/>
                </a:solidFill>
                <a:latin typeface="SF Pro Display" panose="00000500000000000000" pitchFamily="50" charset="0"/>
                <a:ea typeface="SF Pro Display" panose="00000500000000000000" pitchFamily="50" charset="0"/>
              </a:rPr>
              <a:t>Input datasets</a:t>
            </a:r>
          </a:p>
        </p:txBody>
      </p:sp>
      <p:grpSp>
        <p:nvGrpSpPr>
          <p:cNvPr id="224" name="Group 223">
            <a:extLst>
              <a:ext uri="{FF2B5EF4-FFF2-40B4-BE49-F238E27FC236}">
                <a16:creationId xmlns:a16="http://schemas.microsoft.com/office/drawing/2014/main" id="{D7F010EC-31EB-B851-42D2-17775C3D464A}"/>
              </a:ext>
            </a:extLst>
          </p:cNvPr>
          <p:cNvGrpSpPr/>
          <p:nvPr/>
        </p:nvGrpSpPr>
        <p:grpSpPr>
          <a:xfrm>
            <a:off x="841248" y="2680835"/>
            <a:ext cx="696250" cy="450619"/>
            <a:chOff x="841248" y="2148840"/>
            <a:chExt cx="696250" cy="503836"/>
          </a:xfrm>
        </p:grpSpPr>
        <p:sp>
          <p:nvSpPr>
            <p:cNvPr id="8" name="Rectangle 7"/>
            <p:cNvSpPr/>
            <p:nvPr/>
          </p:nvSpPr>
          <p:spPr>
            <a:xfrm>
              <a:off x="841248" y="2148840"/>
              <a:ext cx="101890" cy="106070"/>
            </a:xfrm>
            <a:prstGeom prst="rect">
              <a:avLst/>
            </a:prstGeom>
            <a:solidFill>
              <a:srgbClr val="F7C5B0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9" name="Rectangle 8"/>
            <p:cNvSpPr/>
            <p:nvPr/>
          </p:nvSpPr>
          <p:spPr>
            <a:xfrm>
              <a:off x="960120" y="2148840"/>
              <a:ext cx="101890" cy="106070"/>
            </a:xfrm>
            <a:prstGeom prst="rect">
              <a:avLst/>
            </a:prstGeom>
            <a:solidFill>
              <a:srgbClr val="F5B89E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0" name="Rectangle 9"/>
            <p:cNvSpPr/>
            <p:nvPr/>
          </p:nvSpPr>
          <p:spPr>
            <a:xfrm>
              <a:off x="1078992" y="2148840"/>
              <a:ext cx="101890" cy="106070"/>
            </a:xfrm>
            <a:prstGeom prst="rect">
              <a:avLst/>
            </a:prstGeom>
            <a:solidFill>
              <a:srgbClr val="F4AB8C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1" name="Rectangle 10"/>
            <p:cNvSpPr/>
            <p:nvPr/>
          </p:nvSpPr>
          <p:spPr>
            <a:xfrm>
              <a:off x="1197864" y="2148840"/>
              <a:ext cx="101890" cy="106070"/>
            </a:xfrm>
            <a:prstGeom prst="rect">
              <a:avLst/>
            </a:prstGeom>
            <a:solidFill>
              <a:srgbClr val="F29E7A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" name="Rectangle 11"/>
            <p:cNvSpPr/>
            <p:nvPr/>
          </p:nvSpPr>
          <p:spPr>
            <a:xfrm>
              <a:off x="1316736" y="2148840"/>
              <a:ext cx="101890" cy="106070"/>
            </a:xfrm>
            <a:prstGeom prst="rect">
              <a:avLst/>
            </a:prstGeom>
            <a:solidFill>
              <a:srgbClr val="F09168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3" name="Rectangle 12"/>
            <p:cNvSpPr/>
            <p:nvPr/>
          </p:nvSpPr>
          <p:spPr>
            <a:xfrm>
              <a:off x="1435608" y="2148840"/>
              <a:ext cx="101890" cy="106070"/>
            </a:xfrm>
            <a:prstGeom prst="rect">
              <a:avLst/>
            </a:prstGeom>
            <a:solidFill>
              <a:srgbClr val="F7C5B0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4" name="Rectangle 13"/>
            <p:cNvSpPr/>
            <p:nvPr/>
          </p:nvSpPr>
          <p:spPr>
            <a:xfrm>
              <a:off x="841248" y="2281428"/>
              <a:ext cx="101890" cy="106070"/>
            </a:xfrm>
            <a:prstGeom prst="rect">
              <a:avLst/>
            </a:prstGeom>
            <a:solidFill>
              <a:srgbClr val="F5B89E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5" name="Rectangle 14"/>
            <p:cNvSpPr/>
            <p:nvPr/>
          </p:nvSpPr>
          <p:spPr>
            <a:xfrm>
              <a:off x="960120" y="2281428"/>
              <a:ext cx="101890" cy="106070"/>
            </a:xfrm>
            <a:prstGeom prst="rect">
              <a:avLst/>
            </a:prstGeom>
            <a:solidFill>
              <a:srgbClr val="F4AB8C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6" name="Rectangle 15"/>
            <p:cNvSpPr/>
            <p:nvPr/>
          </p:nvSpPr>
          <p:spPr>
            <a:xfrm>
              <a:off x="1078992" y="2281428"/>
              <a:ext cx="101890" cy="106070"/>
            </a:xfrm>
            <a:prstGeom prst="rect">
              <a:avLst/>
            </a:prstGeom>
            <a:solidFill>
              <a:srgbClr val="F29E7A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7" name="Rectangle 16"/>
            <p:cNvSpPr/>
            <p:nvPr/>
          </p:nvSpPr>
          <p:spPr>
            <a:xfrm>
              <a:off x="1197864" y="2281428"/>
              <a:ext cx="101890" cy="106070"/>
            </a:xfrm>
            <a:prstGeom prst="rect">
              <a:avLst/>
            </a:prstGeom>
            <a:solidFill>
              <a:srgbClr val="F09168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8" name="Rectangle 17"/>
            <p:cNvSpPr/>
            <p:nvPr/>
          </p:nvSpPr>
          <p:spPr>
            <a:xfrm>
              <a:off x="1316736" y="2281428"/>
              <a:ext cx="101890" cy="106070"/>
            </a:xfrm>
            <a:prstGeom prst="rect">
              <a:avLst/>
            </a:prstGeom>
            <a:solidFill>
              <a:srgbClr val="F7C5B0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9" name="Rectangle 18"/>
            <p:cNvSpPr/>
            <p:nvPr/>
          </p:nvSpPr>
          <p:spPr>
            <a:xfrm>
              <a:off x="1435608" y="2281428"/>
              <a:ext cx="101890" cy="106070"/>
            </a:xfrm>
            <a:prstGeom prst="rect">
              <a:avLst/>
            </a:prstGeom>
            <a:solidFill>
              <a:srgbClr val="F5B89E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0" name="Rectangle 19"/>
            <p:cNvSpPr/>
            <p:nvPr/>
          </p:nvSpPr>
          <p:spPr>
            <a:xfrm>
              <a:off x="841248" y="2414016"/>
              <a:ext cx="101890" cy="106070"/>
            </a:xfrm>
            <a:prstGeom prst="rect">
              <a:avLst/>
            </a:prstGeom>
            <a:solidFill>
              <a:srgbClr val="F4AB8C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1" name="Rectangle 20"/>
            <p:cNvSpPr/>
            <p:nvPr/>
          </p:nvSpPr>
          <p:spPr>
            <a:xfrm>
              <a:off x="960120" y="2414016"/>
              <a:ext cx="101890" cy="106070"/>
            </a:xfrm>
            <a:prstGeom prst="rect">
              <a:avLst/>
            </a:prstGeom>
            <a:solidFill>
              <a:srgbClr val="F29E7A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2" name="Rectangle 21"/>
            <p:cNvSpPr/>
            <p:nvPr/>
          </p:nvSpPr>
          <p:spPr>
            <a:xfrm>
              <a:off x="1078992" y="2414016"/>
              <a:ext cx="101890" cy="106070"/>
            </a:xfrm>
            <a:prstGeom prst="rect">
              <a:avLst/>
            </a:prstGeom>
            <a:solidFill>
              <a:srgbClr val="F09168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3" name="Rectangle 22"/>
            <p:cNvSpPr/>
            <p:nvPr/>
          </p:nvSpPr>
          <p:spPr>
            <a:xfrm>
              <a:off x="1197864" y="2414016"/>
              <a:ext cx="101890" cy="106070"/>
            </a:xfrm>
            <a:prstGeom prst="rect">
              <a:avLst/>
            </a:prstGeom>
            <a:solidFill>
              <a:srgbClr val="F7C5B0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4" name="Rectangle 23"/>
            <p:cNvSpPr/>
            <p:nvPr/>
          </p:nvSpPr>
          <p:spPr>
            <a:xfrm>
              <a:off x="1316736" y="2414016"/>
              <a:ext cx="101890" cy="106070"/>
            </a:xfrm>
            <a:prstGeom prst="rect">
              <a:avLst/>
            </a:prstGeom>
            <a:solidFill>
              <a:srgbClr val="F5B89E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5" name="Rectangle 24"/>
            <p:cNvSpPr/>
            <p:nvPr/>
          </p:nvSpPr>
          <p:spPr>
            <a:xfrm>
              <a:off x="1435608" y="2414016"/>
              <a:ext cx="101890" cy="106070"/>
            </a:xfrm>
            <a:prstGeom prst="rect">
              <a:avLst/>
            </a:prstGeom>
            <a:solidFill>
              <a:srgbClr val="F4AB8C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841248" y="2546604"/>
              <a:ext cx="101890" cy="106070"/>
            </a:xfrm>
            <a:prstGeom prst="rect">
              <a:avLst/>
            </a:prstGeom>
            <a:solidFill>
              <a:srgbClr val="F29E7A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7" name="Rectangle 26"/>
            <p:cNvSpPr/>
            <p:nvPr/>
          </p:nvSpPr>
          <p:spPr>
            <a:xfrm>
              <a:off x="960120" y="2546604"/>
              <a:ext cx="101890" cy="106070"/>
            </a:xfrm>
            <a:prstGeom prst="rect">
              <a:avLst/>
            </a:prstGeom>
            <a:solidFill>
              <a:srgbClr val="F09168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1078992" y="2546604"/>
              <a:ext cx="101890" cy="106070"/>
            </a:xfrm>
            <a:prstGeom prst="rect">
              <a:avLst/>
            </a:prstGeom>
            <a:solidFill>
              <a:srgbClr val="F7C5B0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197864" y="2546604"/>
              <a:ext cx="101890" cy="106070"/>
            </a:xfrm>
            <a:prstGeom prst="rect">
              <a:avLst/>
            </a:prstGeom>
            <a:solidFill>
              <a:srgbClr val="F5B89E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316736" y="2546606"/>
              <a:ext cx="101890" cy="106070"/>
            </a:xfrm>
            <a:prstGeom prst="rect">
              <a:avLst/>
            </a:prstGeom>
            <a:solidFill>
              <a:srgbClr val="F4AB8C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435608" y="2546604"/>
              <a:ext cx="101890" cy="106070"/>
            </a:xfrm>
            <a:prstGeom prst="rect">
              <a:avLst/>
            </a:prstGeom>
            <a:solidFill>
              <a:srgbClr val="F29E7A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33" name="TextBox 32"/>
          <p:cNvSpPr txBox="1"/>
          <p:nvPr/>
        </p:nvSpPr>
        <p:spPr>
          <a:xfrm>
            <a:off x="2084831" y="2765874"/>
            <a:ext cx="960120" cy="274320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/>
            <a:r>
              <a:rPr sz="1300" b="1" dirty="0">
                <a:solidFill>
                  <a:srgbClr val="EA5C1F"/>
                </a:solidFill>
                <a:latin typeface="SF Pro Display" panose="00000500000000000000" pitchFamily="50" charset="0"/>
                <a:ea typeface="SF Pro Display" panose="00000500000000000000" pitchFamily="50" charset="0"/>
              </a:rPr>
              <a:t>HIV</a:t>
            </a:r>
          </a:p>
        </p:txBody>
      </p:sp>
      <p:grpSp>
        <p:nvGrpSpPr>
          <p:cNvPr id="225" name="Group 224">
            <a:extLst>
              <a:ext uri="{FF2B5EF4-FFF2-40B4-BE49-F238E27FC236}">
                <a16:creationId xmlns:a16="http://schemas.microsoft.com/office/drawing/2014/main" id="{08A1685D-77AC-BB1C-D34E-A02A3F02571D}"/>
              </a:ext>
            </a:extLst>
          </p:cNvPr>
          <p:cNvGrpSpPr/>
          <p:nvPr/>
        </p:nvGrpSpPr>
        <p:grpSpPr>
          <a:xfrm>
            <a:off x="841248" y="3457598"/>
            <a:ext cx="696250" cy="450617"/>
            <a:chOff x="841248" y="3291840"/>
            <a:chExt cx="696250" cy="503834"/>
          </a:xfrm>
        </p:grpSpPr>
        <p:sp>
          <p:nvSpPr>
            <p:cNvPr id="35" name="Rectangle 34"/>
            <p:cNvSpPr/>
            <p:nvPr/>
          </p:nvSpPr>
          <p:spPr>
            <a:xfrm>
              <a:off x="841248" y="3291840"/>
              <a:ext cx="101890" cy="106070"/>
            </a:xfrm>
            <a:prstGeom prst="rect">
              <a:avLst/>
            </a:prstGeom>
            <a:solidFill>
              <a:srgbClr val="AFE3A5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6" name="Rectangle 35"/>
            <p:cNvSpPr/>
            <p:nvPr/>
          </p:nvSpPr>
          <p:spPr>
            <a:xfrm>
              <a:off x="960120" y="3291840"/>
              <a:ext cx="101890" cy="106070"/>
            </a:xfrm>
            <a:prstGeom prst="rect">
              <a:avLst/>
            </a:prstGeom>
            <a:solidFill>
              <a:srgbClr val="9DDD91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7" name="Rectangle 36"/>
            <p:cNvSpPr/>
            <p:nvPr/>
          </p:nvSpPr>
          <p:spPr>
            <a:xfrm>
              <a:off x="1078992" y="3291840"/>
              <a:ext cx="101890" cy="106070"/>
            </a:xfrm>
            <a:prstGeom prst="rect">
              <a:avLst/>
            </a:prstGeom>
            <a:solidFill>
              <a:srgbClr val="8BD77C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8" name="Rectangle 37"/>
            <p:cNvSpPr/>
            <p:nvPr/>
          </p:nvSpPr>
          <p:spPr>
            <a:xfrm>
              <a:off x="1197864" y="3291840"/>
              <a:ext cx="101890" cy="106070"/>
            </a:xfrm>
            <a:prstGeom prst="rect">
              <a:avLst/>
            </a:prstGeom>
            <a:solidFill>
              <a:srgbClr val="79D068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39" name="Rectangle 38"/>
            <p:cNvSpPr/>
            <p:nvPr/>
          </p:nvSpPr>
          <p:spPr>
            <a:xfrm>
              <a:off x="1316736" y="3291840"/>
              <a:ext cx="101890" cy="106070"/>
            </a:xfrm>
            <a:prstGeom prst="rect">
              <a:avLst/>
            </a:prstGeom>
            <a:solidFill>
              <a:srgbClr val="67CA54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0" name="Rectangle 39"/>
            <p:cNvSpPr/>
            <p:nvPr/>
          </p:nvSpPr>
          <p:spPr>
            <a:xfrm>
              <a:off x="1435608" y="3291840"/>
              <a:ext cx="101890" cy="106070"/>
            </a:xfrm>
            <a:prstGeom prst="rect">
              <a:avLst/>
            </a:prstGeom>
            <a:solidFill>
              <a:srgbClr val="AFE3A5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1" name="Rectangle 40"/>
            <p:cNvSpPr/>
            <p:nvPr/>
          </p:nvSpPr>
          <p:spPr>
            <a:xfrm>
              <a:off x="841248" y="3424428"/>
              <a:ext cx="101890" cy="106070"/>
            </a:xfrm>
            <a:prstGeom prst="rect">
              <a:avLst/>
            </a:prstGeom>
            <a:solidFill>
              <a:srgbClr val="9DDD91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2" name="Rectangle 41"/>
            <p:cNvSpPr/>
            <p:nvPr/>
          </p:nvSpPr>
          <p:spPr>
            <a:xfrm>
              <a:off x="960120" y="3424428"/>
              <a:ext cx="101890" cy="106070"/>
            </a:xfrm>
            <a:prstGeom prst="rect">
              <a:avLst/>
            </a:prstGeom>
            <a:solidFill>
              <a:srgbClr val="8BD77C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3" name="Rectangle 42"/>
            <p:cNvSpPr/>
            <p:nvPr/>
          </p:nvSpPr>
          <p:spPr>
            <a:xfrm>
              <a:off x="1078992" y="3424428"/>
              <a:ext cx="101890" cy="106070"/>
            </a:xfrm>
            <a:prstGeom prst="rect">
              <a:avLst/>
            </a:prstGeom>
            <a:solidFill>
              <a:srgbClr val="79D068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4" name="Rectangle 43"/>
            <p:cNvSpPr/>
            <p:nvPr/>
          </p:nvSpPr>
          <p:spPr>
            <a:xfrm>
              <a:off x="1197864" y="3424428"/>
              <a:ext cx="101890" cy="106070"/>
            </a:xfrm>
            <a:prstGeom prst="rect">
              <a:avLst/>
            </a:prstGeom>
            <a:solidFill>
              <a:srgbClr val="67CA54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5" name="Rectangle 44"/>
            <p:cNvSpPr/>
            <p:nvPr/>
          </p:nvSpPr>
          <p:spPr>
            <a:xfrm>
              <a:off x="1316736" y="3424428"/>
              <a:ext cx="101890" cy="106070"/>
            </a:xfrm>
            <a:prstGeom prst="rect">
              <a:avLst/>
            </a:prstGeom>
            <a:solidFill>
              <a:srgbClr val="AFE3A5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6" name="Rectangle 45"/>
            <p:cNvSpPr/>
            <p:nvPr/>
          </p:nvSpPr>
          <p:spPr>
            <a:xfrm>
              <a:off x="1435608" y="3424428"/>
              <a:ext cx="101890" cy="106070"/>
            </a:xfrm>
            <a:prstGeom prst="rect">
              <a:avLst/>
            </a:prstGeom>
            <a:solidFill>
              <a:srgbClr val="9DDD91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7" name="Rectangle 46"/>
            <p:cNvSpPr/>
            <p:nvPr/>
          </p:nvSpPr>
          <p:spPr>
            <a:xfrm>
              <a:off x="841248" y="3557016"/>
              <a:ext cx="101890" cy="106070"/>
            </a:xfrm>
            <a:prstGeom prst="rect">
              <a:avLst/>
            </a:prstGeom>
            <a:solidFill>
              <a:srgbClr val="8BD77C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8" name="Rectangle 47"/>
            <p:cNvSpPr/>
            <p:nvPr/>
          </p:nvSpPr>
          <p:spPr>
            <a:xfrm>
              <a:off x="960120" y="3557016"/>
              <a:ext cx="101890" cy="106070"/>
            </a:xfrm>
            <a:prstGeom prst="rect">
              <a:avLst/>
            </a:prstGeom>
            <a:solidFill>
              <a:srgbClr val="79D068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49" name="Rectangle 48"/>
            <p:cNvSpPr/>
            <p:nvPr/>
          </p:nvSpPr>
          <p:spPr>
            <a:xfrm>
              <a:off x="1078992" y="3557016"/>
              <a:ext cx="101890" cy="106070"/>
            </a:xfrm>
            <a:prstGeom prst="rect">
              <a:avLst/>
            </a:prstGeom>
            <a:solidFill>
              <a:srgbClr val="67CA54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0" name="Rectangle 49"/>
            <p:cNvSpPr/>
            <p:nvPr/>
          </p:nvSpPr>
          <p:spPr>
            <a:xfrm>
              <a:off x="1197864" y="3557016"/>
              <a:ext cx="101890" cy="106070"/>
            </a:xfrm>
            <a:prstGeom prst="rect">
              <a:avLst/>
            </a:prstGeom>
            <a:solidFill>
              <a:srgbClr val="AFE3A5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1" name="Rectangle 50"/>
            <p:cNvSpPr/>
            <p:nvPr/>
          </p:nvSpPr>
          <p:spPr>
            <a:xfrm>
              <a:off x="1316736" y="3557016"/>
              <a:ext cx="101890" cy="106070"/>
            </a:xfrm>
            <a:prstGeom prst="rect">
              <a:avLst/>
            </a:prstGeom>
            <a:solidFill>
              <a:srgbClr val="9DDD91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2" name="Rectangle 51"/>
            <p:cNvSpPr/>
            <p:nvPr/>
          </p:nvSpPr>
          <p:spPr>
            <a:xfrm>
              <a:off x="1435608" y="3557016"/>
              <a:ext cx="101890" cy="106070"/>
            </a:xfrm>
            <a:prstGeom prst="rect">
              <a:avLst/>
            </a:prstGeom>
            <a:solidFill>
              <a:srgbClr val="8BD77C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3" name="Rectangle 52"/>
            <p:cNvSpPr/>
            <p:nvPr/>
          </p:nvSpPr>
          <p:spPr>
            <a:xfrm>
              <a:off x="841248" y="3689604"/>
              <a:ext cx="101890" cy="106070"/>
            </a:xfrm>
            <a:prstGeom prst="rect">
              <a:avLst/>
            </a:prstGeom>
            <a:solidFill>
              <a:srgbClr val="79D068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4" name="Rectangle 53"/>
            <p:cNvSpPr/>
            <p:nvPr/>
          </p:nvSpPr>
          <p:spPr>
            <a:xfrm>
              <a:off x="960120" y="3689604"/>
              <a:ext cx="101890" cy="106070"/>
            </a:xfrm>
            <a:prstGeom prst="rect">
              <a:avLst/>
            </a:prstGeom>
            <a:solidFill>
              <a:srgbClr val="67CA54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5" name="Rectangle 54"/>
            <p:cNvSpPr/>
            <p:nvPr/>
          </p:nvSpPr>
          <p:spPr>
            <a:xfrm>
              <a:off x="1078992" y="3689604"/>
              <a:ext cx="101890" cy="106070"/>
            </a:xfrm>
            <a:prstGeom prst="rect">
              <a:avLst/>
            </a:prstGeom>
            <a:solidFill>
              <a:srgbClr val="AFE3A5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1197864" y="3689604"/>
              <a:ext cx="101890" cy="106070"/>
            </a:xfrm>
            <a:prstGeom prst="rect">
              <a:avLst/>
            </a:prstGeom>
            <a:solidFill>
              <a:srgbClr val="9DDD91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7" name="Rectangle 56"/>
            <p:cNvSpPr/>
            <p:nvPr/>
          </p:nvSpPr>
          <p:spPr>
            <a:xfrm>
              <a:off x="1316736" y="3689604"/>
              <a:ext cx="101890" cy="106070"/>
            </a:xfrm>
            <a:prstGeom prst="rect">
              <a:avLst/>
            </a:prstGeom>
            <a:solidFill>
              <a:srgbClr val="8BD77C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58" name="Rectangle 57"/>
            <p:cNvSpPr/>
            <p:nvPr/>
          </p:nvSpPr>
          <p:spPr>
            <a:xfrm>
              <a:off x="1435608" y="3689604"/>
              <a:ext cx="101890" cy="106070"/>
            </a:xfrm>
            <a:prstGeom prst="rect">
              <a:avLst/>
            </a:prstGeom>
            <a:solidFill>
              <a:srgbClr val="79D068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59" name="Oval 58"/>
          <p:cNvSpPr/>
          <p:nvPr/>
        </p:nvSpPr>
        <p:spPr>
          <a:xfrm>
            <a:off x="1755648" y="3536421"/>
            <a:ext cx="210312" cy="210312"/>
          </a:xfrm>
          <a:prstGeom prst="ellipse">
            <a:avLst/>
          </a:prstGeom>
          <a:noFill/>
          <a:ln w="19050">
            <a:solidFill>
              <a:srgbClr val="1DB1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2084830" y="3497973"/>
            <a:ext cx="1328847" cy="273921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/>
            <a:r>
              <a:rPr sz="1300" b="1" dirty="0">
                <a:solidFill>
                  <a:srgbClr val="1DB100"/>
                </a:solidFill>
                <a:latin typeface="SF Pro Display" panose="00000500000000000000" pitchFamily="50" charset="0"/>
                <a:ea typeface="SF Pro Display" panose="00000500000000000000" pitchFamily="50" charset="0"/>
              </a:rPr>
              <a:t>Breast Cancer</a:t>
            </a:r>
          </a:p>
        </p:txBody>
      </p:sp>
      <p:grpSp>
        <p:nvGrpSpPr>
          <p:cNvPr id="226" name="Group 225">
            <a:extLst>
              <a:ext uri="{FF2B5EF4-FFF2-40B4-BE49-F238E27FC236}">
                <a16:creationId xmlns:a16="http://schemas.microsoft.com/office/drawing/2014/main" id="{DC6A3CFE-62BC-3B8C-04C7-384476D32C67}"/>
              </a:ext>
            </a:extLst>
          </p:cNvPr>
          <p:cNvGrpSpPr/>
          <p:nvPr/>
        </p:nvGrpSpPr>
        <p:grpSpPr>
          <a:xfrm>
            <a:off x="841248" y="4266475"/>
            <a:ext cx="696250" cy="450616"/>
            <a:chOff x="841248" y="4434840"/>
            <a:chExt cx="696250" cy="503833"/>
          </a:xfrm>
        </p:grpSpPr>
        <p:sp>
          <p:nvSpPr>
            <p:cNvPr id="62" name="Rectangle 61"/>
            <p:cNvSpPr/>
            <p:nvPr/>
          </p:nvSpPr>
          <p:spPr>
            <a:xfrm>
              <a:off x="841248" y="4434840"/>
              <a:ext cx="101890" cy="106070"/>
            </a:xfrm>
            <a:prstGeom prst="rect">
              <a:avLst/>
            </a:prstGeom>
            <a:solidFill>
              <a:srgbClr val="A5CFE6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3" name="Rectangle 62"/>
            <p:cNvSpPr/>
            <p:nvPr/>
          </p:nvSpPr>
          <p:spPr>
            <a:xfrm>
              <a:off x="960120" y="4434840"/>
              <a:ext cx="101890" cy="106070"/>
            </a:xfrm>
            <a:prstGeom prst="rect">
              <a:avLst/>
            </a:prstGeom>
            <a:solidFill>
              <a:srgbClr val="91C4E1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4" name="Rectangle 63"/>
            <p:cNvSpPr/>
            <p:nvPr/>
          </p:nvSpPr>
          <p:spPr>
            <a:xfrm>
              <a:off x="1078992" y="4434840"/>
              <a:ext cx="101890" cy="106070"/>
            </a:xfrm>
            <a:prstGeom prst="rect">
              <a:avLst/>
            </a:prstGeom>
            <a:solidFill>
              <a:srgbClr val="7CB9DB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5" name="Rectangle 64"/>
            <p:cNvSpPr/>
            <p:nvPr/>
          </p:nvSpPr>
          <p:spPr>
            <a:xfrm>
              <a:off x="1197864" y="4434840"/>
              <a:ext cx="101890" cy="106070"/>
            </a:xfrm>
            <a:prstGeom prst="rect">
              <a:avLst/>
            </a:prstGeom>
            <a:solidFill>
              <a:srgbClr val="68AED6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6" name="Rectangle 65"/>
            <p:cNvSpPr/>
            <p:nvPr/>
          </p:nvSpPr>
          <p:spPr>
            <a:xfrm>
              <a:off x="1316736" y="4434840"/>
              <a:ext cx="101890" cy="106070"/>
            </a:xfrm>
            <a:prstGeom prst="rect">
              <a:avLst/>
            </a:prstGeom>
            <a:solidFill>
              <a:srgbClr val="54A3D0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7" name="Rectangle 66"/>
            <p:cNvSpPr/>
            <p:nvPr/>
          </p:nvSpPr>
          <p:spPr>
            <a:xfrm>
              <a:off x="1435608" y="4434840"/>
              <a:ext cx="101890" cy="106070"/>
            </a:xfrm>
            <a:prstGeom prst="rect">
              <a:avLst/>
            </a:prstGeom>
            <a:solidFill>
              <a:srgbClr val="A5CFE6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8" name="Rectangle 67"/>
            <p:cNvSpPr/>
            <p:nvPr/>
          </p:nvSpPr>
          <p:spPr>
            <a:xfrm>
              <a:off x="841248" y="4567427"/>
              <a:ext cx="101890" cy="106070"/>
            </a:xfrm>
            <a:prstGeom prst="rect">
              <a:avLst/>
            </a:prstGeom>
            <a:solidFill>
              <a:srgbClr val="91C4E1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69" name="Rectangle 68"/>
            <p:cNvSpPr/>
            <p:nvPr/>
          </p:nvSpPr>
          <p:spPr>
            <a:xfrm>
              <a:off x="960120" y="4567427"/>
              <a:ext cx="101890" cy="106070"/>
            </a:xfrm>
            <a:prstGeom prst="rect">
              <a:avLst/>
            </a:prstGeom>
            <a:solidFill>
              <a:srgbClr val="7CB9DB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0" name="Rectangle 69"/>
            <p:cNvSpPr/>
            <p:nvPr/>
          </p:nvSpPr>
          <p:spPr>
            <a:xfrm>
              <a:off x="1078992" y="4567427"/>
              <a:ext cx="101890" cy="106070"/>
            </a:xfrm>
            <a:prstGeom prst="rect">
              <a:avLst/>
            </a:prstGeom>
            <a:solidFill>
              <a:srgbClr val="68AED6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1" name="Rectangle 70"/>
            <p:cNvSpPr/>
            <p:nvPr/>
          </p:nvSpPr>
          <p:spPr>
            <a:xfrm>
              <a:off x="1197864" y="4567427"/>
              <a:ext cx="101890" cy="106070"/>
            </a:xfrm>
            <a:prstGeom prst="rect">
              <a:avLst/>
            </a:prstGeom>
            <a:solidFill>
              <a:srgbClr val="54A3D0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2" name="Rectangle 71"/>
            <p:cNvSpPr/>
            <p:nvPr/>
          </p:nvSpPr>
          <p:spPr>
            <a:xfrm>
              <a:off x="1316736" y="4567427"/>
              <a:ext cx="101890" cy="106070"/>
            </a:xfrm>
            <a:prstGeom prst="rect">
              <a:avLst/>
            </a:prstGeom>
            <a:solidFill>
              <a:srgbClr val="A5CFE6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3" name="Rectangle 72"/>
            <p:cNvSpPr/>
            <p:nvPr/>
          </p:nvSpPr>
          <p:spPr>
            <a:xfrm>
              <a:off x="1435608" y="4567427"/>
              <a:ext cx="101890" cy="106070"/>
            </a:xfrm>
            <a:prstGeom prst="rect">
              <a:avLst/>
            </a:prstGeom>
            <a:solidFill>
              <a:srgbClr val="91C4E1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4" name="Rectangle 73"/>
            <p:cNvSpPr/>
            <p:nvPr/>
          </p:nvSpPr>
          <p:spPr>
            <a:xfrm>
              <a:off x="841248" y="4700016"/>
              <a:ext cx="101890" cy="106070"/>
            </a:xfrm>
            <a:prstGeom prst="rect">
              <a:avLst/>
            </a:prstGeom>
            <a:solidFill>
              <a:srgbClr val="7CB9DB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5" name="Rectangle 74"/>
            <p:cNvSpPr/>
            <p:nvPr/>
          </p:nvSpPr>
          <p:spPr>
            <a:xfrm>
              <a:off x="960120" y="4700016"/>
              <a:ext cx="101890" cy="106070"/>
            </a:xfrm>
            <a:prstGeom prst="rect">
              <a:avLst/>
            </a:prstGeom>
            <a:solidFill>
              <a:srgbClr val="68AED6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6" name="Rectangle 75"/>
            <p:cNvSpPr/>
            <p:nvPr/>
          </p:nvSpPr>
          <p:spPr>
            <a:xfrm>
              <a:off x="1078992" y="4700016"/>
              <a:ext cx="101890" cy="106070"/>
            </a:xfrm>
            <a:prstGeom prst="rect">
              <a:avLst/>
            </a:prstGeom>
            <a:solidFill>
              <a:srgbClr val="54A3D0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7" name="Rectangle 76"/>
            <p:cNvSpPr/>
            <p:nvPr/>
          </p:nvSpPr>
          <p:spPr>
            <a:xfrm>
              <a:off x="1197864" y="4700016"/>
              <a:ext cx="101890" cy="106070"/>
            </a:xfrm>
            <a:prstGeom prst="rect">
              <a:avLst/>
            </a:prstGeom>
            <a:solidFill>
              <a:srgbClr val="A5CFE6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8" name="Rectangle 77"/>
            <p:cNvSpPr/>
            <p:nvPr/>
          </p:nvSpPr>
          <p:spPr>
            <a:xfrm>
              <a:off x="1316736" y="4700016"/>
              <a:ext cx="101890" cy="106070"/>
            </a:xfrm>
            <a:prstGeom prst="rect">
              <a:avLst/>
            </a:prstGeom>
            <a:solidFill>
              <a:srgbClr val="91C4E1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79" name="Rectangle 78"/>
            <p:cNvSpPr/>
            <p:nvPr/>
          </p:nvSpPr>
          <p:spPr>
            <a:xfrm>
              <a:off x="1435608" y="4700016"/>
              <a:ext cx="101890" cy="106070"/>
            </a:xfrm>
            <a:prstGeom prst="rect">
              <a:avLst/>
            </a:prstGeom>
            <a:solidFill>
              <a:srgbClr val="7CB9DB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0" name="Rectangle 79"/>
            <p:cNvSpPr/>
            <p:nvPr/>
          </p:nvSpPr>
          <p:spPr>
            <a:xfrm>
              <a:off x="841248" y="4832603"/>
              <a:ext cx="101890" cy="106070"/>
            </a:xfrm>
            <a:prstGeom prst="rect">
              <a:avLst/>
            </a:prstGeom>
            <a:solidFill>
              <a:srgbClr val="68AED6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1" name="Rectangle 80"/>
            <p:cNvSpPr/>
            <p:nvPr/>
          </p:nvSpPr>
          <p:spPr>
            <a:xfrm>
              <a:off x="960120" y="4832603"/>
              <a:ext cx="101890" cy="106070"/>
            </a:xfrm>
            <a:prstGeom prst="rect">
              <a:avLst/>
            </a:prstGeom>
            <a:solidFill>
              <a:srgbClr val="54A3D0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2" name="Rectangle 81"/>
            <p:cNvSpPr/>
            <p:nvPr/>
          </p:nvSpPr>
          <p:spPr>
            <a:xfrm>
              <a:off x="1078992" y="4832603"/>
              <a:ext cx="101890" cy="106070"/>
            </a:xfrm>
            <a:prstGeom prst="rect">
              <a:avLst/>
            </a:prstGeom>
            <a:solidFill>
              <a:srgbClr val="A5CFE6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3" name="Rectangle 82"/>
            <p:cNvSpPr/>
            <p:nvPr/>
          </p:nvSpPr>
          <p:spPr>
            <a:xfrm>
              <a:off x="1197864" y="4832603"/>
              <a:ext cx="101890" cy="106070"/>
            </a:xfrm>
            <a:prstGeom prst="rect">
              <a:avLst/>
            </a:prstGeom>
            <a:solidFill>
              <a:srgbClr val="91C4E1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4" name="Rectangle 83"/>
            <p:cNvSpPr/>
            <p:nvPr/>
          </p:nvSpPr>
          <p:spPr>
            <a:xfrm>
              <a:off x="1316736" y="4832603"/>
              <a:ext cx="101890" cy="106070"/>
            </a:xfrm>
            <a:prstGeom prst="rect">
              <a:avLst/>
            </a:prstGeom>
            <a:solidFill>
              <a:srgbClr val="7CB9DB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85" name="Rectangle 84"/>
            <p:cNvSpPr/>
            <p:nvPr/>
          </p:nvSpPr>
          <p:spPr>
            <a:xfrm>
              <a:off x="1435608" y="4832603"/>
              <a:ext cx="101890" cy="106070"/>
            </a:xfrm>
            <a:prstGeom prst="rect">
              <a:avLst/>
            </a:prstGeom>
            <a:solidFill>
              <a:srgbClr val="68AED6"/>
            </a:solidFill>
            <a:ln w="3810">
              <a:solidFill>
                <a:srgbClr val="FFFFFF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87" name="TextBox 86"/>
          <p:cNvSpPr txBox="1"/>
          <p:nvPr/>
        </p:nvSpPr>
        <p:spPr>
          <a:xfrm>
            <a:off x="2084831" y="4289823"/>
            <a:ext cx="960120" cy="274320"/>
          </a:xfrm>
          <a:prstGeom prst="rect">
            <a:avLst/>
          </a:prstGeom>
          <a:noFill/>
        </p:spPr>
        <p:txBody>
          <a:bodyPr wrap="square" lIns="73152" tIns="36576" rIns="73152" bIns="36576" anchor="ctr">
            <a:spAutoFit/>
          </a:bodyPr>
          <a:lstStyle/>
          <a:p>
            <a:pPr algn="l"/>
            <a:r>
              <a:rPr sz="1300" b="1" dirty="0">
                <a:solidFill>
                  <a:srgbClr val="0076BA"/>
                </a:solidFill>
                <a:latin typeface="SF Pro Display" panose="00000500000000000000" pitchFamily="50" charset="0"/>
                <a:ea typeface="SF Pro Display" panose="00000500000000000000" pitchFamily="50" charset="0"/>
              </a:rPr>
              <a:t>Diabetes</a:t>
            </a:r>
          </a:p>
        </p:txBody>
      </p:sp>
      <p:sp>
        <p:nvSpPr>
          <p:cNvPr id="228" name="Isosceles Triangle 227">
            <a:extLst>
              <a:ext uri="{FF2B5EF4-FFF2-40B4-BE49-F238E27FC236}">
                <a16:creationId xmlns:a16="http://schemas.microsoft.com/office/drawing/2014/main" id="{915EECBF-B9E8-52BE-69CE-F2CE02EAAD23}"/>
              </a:ext>
            </a:extLst>
          </p:cNvPr>
          <p:cNvSpPr/>
          <p:nvPr/>
        </p:nvSpPr>
        <p:spPr>
          <a:xfrm>
            <a:off x="1691519" y="2767520"/>
            <a:ext cx="330116" cy="274320"/>
          </a:xfrm>
          <a:prstGeom prst="triangle">
            <a:avLst/>
          </a:prstGeom>
          <a:noFill/>
          <a:ln w="28575">
            <a:solidFill>
              <a:srgbClr val="EA5C1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>
              <a:latin typeface="SF Pro Display" panose="00000500000000000000" pitchFamily="50" charset="0"/>
              <a:ea typeface="SF Pro Display" panose="00000500000000000000" pitchFamily="50" charset="0"/>
            </a:endParaRPr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699979E7-542D-08B8-F2EC-04376A75E56A}"/>
              </a:ext>
            </a:extLst>
          </p:cNvPr>
          <p:cNvSpPr/>
          <p:nvPr/>
        </p:nvSpPr>
        <p:spPr>
          <a:xfrm>
            <a:off x="1723583" y="4350478"/>
            <a:ext cx="274441" cy="232380"/>
          </a:xfrm>
          <a:prstGeom prst="rect">
            <a:avLst/>
          </a:prstGeom>
          <a:noFill/>
          <a:ln w="28575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505" name="Group 504">
            <a:extLst>
              <a:ext uri="{FF2B5EF4-FFF2-40B4-BE49-F238E27FC236}">
                <a16:creationId xmlns:a16="http://schemas.microsoft.com/office/drawing/2014/main" id="{7D50631B-665F-C78B-0421-99ABE93EC8A6}"/>
              </a:ext>
            </a:extLst>
          </p:cNvPr>
          <p:cNvGrpSpPr/>
          <p:nvPr/>
        </p:nvGrpSpPr>
        <p:grpSpPr>
          <a:xfrm>
            <a:off x="12365539" y="2986012"/>
            <a:ext cx="1389887" cy="546147"/>
            <a:chOff x="12295021" y="2599770"/>
            <a:chExt cx="1389887" cy="546147"/>
          </a:xfrm>
        </p:grpSpPr>
        <p:grpSp>
          <p:nvGrpSpPr>
            <p:cNvPr id="478" name="Group 477">
              <a:extLst>
                <a:ext uri="{FF2B5EF4-FFF2-40B4-BE49-F238E27FC236}">
                  <a16:creationId xmlns:a16="http://schemas.microsoft.com/office/drawing/2014/main" id="{F453F127-AA39-29E5-D7E2-A0F53C55AC98}"/>
                </a:ext>
              </a:extLst>
            </p:cNvPr>
            <p:cNvGrpSpPr/>
            <p:nvPr/>
          </p:nvGrpSpPr>
          <p:grpSpPr>
            <a:xfrm>
              <a:off x="12295021" y="2599770"/>
              <a:ext cx="1389887" cy="387705"/>
              <a:chOff x="12295021" y="2495779"/>
              <a:chExt cx="1389887" cy="387705"/>
            </a:xfrm>
          </p:grpSpPr>
          <p:cxnSp>
            <p:nvCxnSpPr>
              <p:cNvPr id="447" name="Connector 295">
                <a:extLst>
                  <a:ext uri="{FF2B5EF4-FFF2-40B4-BE49-F238E27FC236}">
                    <a16:creationId xmlns:a16="http://schemas.microsoft.com/office/drawing/2014/main" id="{A1202F19-7445-B653-2ADB-810D33EC4D19}"/>
                  </a:ext>
                </a:extLst>
              </p:cNvPr>
              <p:cNvCxnSpPr/>
              <p:nvPr/>
            </p:nvCxnSpPr>
            <p:spPr>
              <a:xfrm>
                <a:off x="12295021" y="2680488"/>
                <a:ext cx="1389887" cy="0"/>
              </a:xfrm>
              <a:prstGeom prst="line">
                <a:avLst/>
              </a:prstGeom>
              <a:ln w="4445">
                <a:solidFill>
                  <a:srgbClr val="CDCDC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1" name="Connector 299">
                <a:extLst>
                  <a:ext uri="{FF2B5EF4-FFF2-40B4-BE49-F238E27FC236}">
                    <a16:creationId xmlns:a16="http://schemas.microsoft.com/office/drawing/2014/main" id="{8EC3DF93-EF75-DE0B-AEA1-F25D0E6F69B7}"/>
                  </a:ext>
                </a:extLst>
              </p:cNvPr>
              <p:cNvCxnSpPr/>
              <p:nvPr/>
            </p:nvCxnSpPr>
            <p:spPr>
              <a:xfrm>
                <a:off x="12350616" y="2515896"/>
                <a:ext cx="333573" cy="36576"/>
              </a:xfrm>
              <a:prstGeom prst="line">
                <a:avLst/>
              </a:prstGeom>
              <a:ln w="14604">
                <a:solidFill>
                  <a:srgbClr val="6A5AC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2" name="Connector 300">
                <a:extLst>
                  <a:ext uri="{FF2B5EF4-FFF2-40B4-BE49-F238E27FC236}">
                    <a16:creationId xmlns:a16="http://schemas.microsoft.com/office/drawing/2014/main" id="{AD5455D5-4248-2F70-9801-7905410DA5A7}"/>
                  </a:ext>
                </a:extLst>
              </p:cNvPr>
              <p:cNvCxnSpPr/>
              <p:nvPr/>
            </p:nvCxnSpPr>
            <p:spPr>
              <a:xfrm>
                <a:off x="12684189" y="2552472"/>
                <a:ext cx="333573" cy="73152"/>
              </a:xfrm>
              <a:prstGeom prst="line">
                <a:avLst/>
              </a:prstGeom>
              <a:ln w="14604">
                <a:solidFill>
                  <a:srgbClr val="6A5AC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3" name="Connector 301">
                <a:extLst>
                  <a:ext uri="{FF2B5EF4-FFF2-40B4-BE49-F238E27FC236}">
                    <a16:creationId xmlns:a16="http://schemas.microsoft.com/office/drawing/2014/main" id="{919939A2-7AC5-AAD7-BFDD-D3EF469B316D}"/>
                  </a:ext>
                </a:extLst>
              </p:cNvPr>
              <p:cNvCxnSpPr/>
              <p:nvPr/>
            </p:nvCxnSpPr>
            <p:spPr>
              <a:xfrm>
                <a:off x="13017762" y="2625624"/>
                <a:ext cx="333573" cy="91440"/>
              </a:xfrm>
              <a:prstGeom prst="line">
                <a:avLst/>
              </a:prstGeom>
              <a:ln w="14604">
                <a:solidFill>
                  <a:srgbClr val="6A5AC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4" name="Connector 302">
                <a:extLst>
                  <a:ext uri="{FF2B5EF4-FFF2-40B4-BE49-F238E27FC236}">
                    <a16:creationId xmlns:a16="http://schemas.microsoft.com/office/drawing/2014/main" id="{AEE8D8A8-38ED-1A54-159B-FF5B7B60423F}"/>
                  </a:ext>
                </a:extLst>
              </p:cNvPr>
              <p:cNvCxnSpPr/>
              <p:nvPr/>
            </p:nvCxnSpPr>
            <p:spPr>
              <a:xfrm>
                <a:off x="13351335" y="2717064"/>
                <a:ext cx="277978" cy="64008"/>
              </a:xfrm>
              <a:prstGeom prst="line">
                <a:avLst/>
              </a:prstGeom>
              <a:ln w="14604">
                <a:solidFill>
                  <a:srgbClr val="6A5ACD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5" name="Oval 454">
                <a:extLst>
                  <a:ext uri="{FF2B5EF4-FFF2-40B4-BE49-F238E27FC236}">
                    <a16:creationId xmlns:a16="http://schemas.microsoft.com/office/drawing/2014/main" id="{FFE0EC14-CBFD-0812-E626-92518B595061}"/>
                  </a:ext>
                </a:extLst>
              </p:cNvPr>
              <p:cNvSpPr/>
              <p:nvPr/>
            </p:nvSpPr>
            <p:spPr>
              <a:xfrm>
                <a:off x="12330499" y="2495779"/>
                <a:ext cx="40233" cy="40233"/>
              </a:xfrm>
              <a:prstGeom prst="ellipse">
                <a:avLst/>
              </a:prstGeom>
              <a:solidFill>
                <a:srgbClr val="6A5ACD"/>
              </a:solidFill>
              <a:ln w="11430">
                <a:solidFill>
                  <a:srgbClr val="6A5AC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6" name="Oval 455">
                <a:extLst>
                  <a:ext uri="{FF2B5EF4-FFF2-40B4-BE49-F238E27FC236}">
                    <a16:creationId xmlns:a16="http://schemas.microsoft.com/office/drawing/2014/main" id="{81C01804-3308-1FF9-7622-60A201E712CB}"/>
                  </a:ext>
                </a:extLst>
              </p:cNvPr>
              <p:cNvSpPr/>
              <p:nvPr/>
            </p:nvSpPr>
            <p:spPr>
              <a:xfrm>
                <a:off x="12664072" y="2532355"/>
                <a:ext cx="40233" cy="40233"/>
              </a:xfrm>
              <a:prstGeom prst="ellipse">
                <a:avLst/>
              </a:prstGeom>
              <a:solidFill>
                <a:srgbClr val="6A5ACD"/>
              </a:solidFill>
              <a:ln w="11430">
                <a:solidFill>
                  <a:srgbClr val="6A5AC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7" name="Oval 456">
                <a:extLst>
                  <a:ext uri="{FF2B5EF4-FFF2-40B4-BE49-F238E27FC236}">
                    <a16:creationId xmlns:a16="http://schemas.microsoft.com/office/drawing/2014/main" id="{233A7C07-077E-0EB5-6A13-EC8819B2C0DB}"/>
                  </a:ext>
                </a:extLst>
              </p:cNvPr>
              <p:cNvSpPr/>
              <p:nvPr/>
            </p:nvSpPr>
            <p:spPr>
              <a:xfrm>
                <a:off x="12997645" y="2605507"/>
                <a:ext cx="40233" cy="40233"/>
              </a:xfrm>
              <a:prstGeom prst="ellipse">
                <a:avLst/>
              </a:prstGeom>
              <a:solidFill>
                <a:srgbClr val="6A5ACD"/>
              </a:solidFill>
              <a:ln w="11430">
                <a:solidFill>
                  <a:srgbClr val="6A5AC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8" name="Oval 457">
                <a:extLst>
                  <a:ext uri="{FF2B5EF4-FFF2-40B4-BE49-F238E27FC236}">
                    <a16:creationId xmlns:a16="http://schemas.microsoft.com/office/drawing/2014/main" id="{C38294A9-86FB-B620-681E-1F7BE0507524}"/>
                  </a:ext>
                </a:extLst>
              </p:cNvPr>
              <p:cNvSpPr/>
              <p:nvPr/>
            </p:nvSpPr>
            <p:spPr>
              <a:xfrm>
                <a:off x="13331219" y="2696947"/>
                <a:ext cx="40233" cy="40233"/>
              </a:xfrm>
              <a:prstGeom prst="ellipse">
                <a:avLst/>
              </a:prstGeom>
              <a:solidFill>
                <a:srgbClr val="6A5ACD"/>
              </a:solidFill>
              <a:ln w="11430">
                <a:solidFill>
                  <a:srgbClr val="6A5AC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59" name="Oval 458">
                <a:extLst>
                  <a:ext uri="{FF2B5EF4-FFF2-40B4-BE49-F238E27FC236}">
                    <a16:creationId xmlns:a16="http://schemas.microsoft.com/office/drawing/2014/main" id="{D4152BB6-BC22-0751-89D6-810CF652F27D}"/>
                  </a:ext>
                </a:extLst>
              </p:cNvPr>
              <p:cNvSpPr/>
              <p:nvPr/>
            </p:nvSpPr>
            <p:spPr>
              <a:xfrm>
                <a:off x="13609196" y="2760955"/>
                <a:ext cx="40233" cy="40233"/>
              </a:xfrm>
              <a:prstGeom prst="ellipse">
                <a:avLst/>
              </a:prstGeom>
              <a:solidFill>
                <a:srgbClr val="6A5ACD"/>
              </a:solidFill>
              <a:ln w="11430">
                <a:solidFill>
                  <a:srgbClr val="6A5ACD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cxnSp>
            <p:nvCxnSpPr>
              <p:cNvPr id="460" name="Connector 308">
                <a:extLst>
                  <a:ext uri="{FF2B5EF4-FFF2-40B4-BE49-F238E27FC236}">
                    <a16:creationId xmlns:a16="http://schemas.microsoft.com/office/drawing/2014/main" id="{E2ACA542-8FFF-0B3F-10DC-DFD3CAE55907}"/>
                  </a:ext>
                </a:extLst>
              </p:cNvPr>
              <p:cNvCxnSpPr/>
              <p:nvPr/>
            </p:nvCxnSpPr>
            <p:spPr>
              <a:xfrm>
                <a:off x="12350616" y="2570760"/>
                <a:ext cx="333573" cy="18288"/>
              </a:xfrm>
              <a:prstGeom prst="line">
                <a:avLst/>
              </a:prstGeom>
              <a:ln w="14604">
                <a:solidFill>
                  <a:srgbClr val="009E73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1" name="Connector 309">
                <a:extLst>
                  <a:ext uri="{FF2B5EF4-FFF2-40B4-BE49-F238E27FC236}">
                    <a16:creationId xmlns:a16="http://schemas.microsoft.com/office/drawing/2014/main" id="{1066AED8-99A2-1B7B-6186-2482B437F855}"/>
                  </a:ext>
                </a:extLst>
              </p:cNvPr>
              <p:cNvCxnSpPr/>
              <p:nvPr/>
            </p:nvCxnSpPr>
            <p:spPr>
              <a:xfrm>
                <a:off x="12684189" y="2589048"/>
                <a:ext cx="333573" cy="54864"/>
              </a:xfrm>
              <a:prstGeom prst="line">
                <a:avLst/>
              </a:prstGeom>
              <a:ln w="14604">
                <a:solidFill>
                  <a:srgbClr val="009E73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2" name="Connector 310">
                <a:extLst>
                  <a:ext uri="{FF2B5EF4-FFF2-40B4-BE49-F238E27FC236}">
                    <a16:creationId xmlns:a16="http://schemas.microsoft.com/office/drawing/2014/main" id="{63166A2F-ED18-5670-212F-88E47454A630}"/>
                  </a:ext>
                </a:extLst>
              </p:cNvPr>
              <p:cNvCxnSpPr/>
              <p:nvPr/>
            </p:nvCxnSpPr>
            <p:spPr>
              <a:xfrm>
                <a:off x="13017762" y="2643912"/>
                <a:ext cx="333573" cy="36576"/>
              </a:xfrm>
              <a:prstGeom prst="line">
                <a:avLst/>
              </a:prstGeom>
              <a:ln w="14604">
                <a:solidFill>
                  <a:srgbClr val="009E73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3" name="Connector 311">
                <a:extLst>
                  <a:ext uri="{FF2B5EF4-FFF2-40B4-BE49-F238E27FC236}">
                    <a16:creationId xmlns:a16="http://schemas.microsoft.com/office/drawing/2014/main" id="{7D648FFA-FACD-0490-88CE-5AC1DA606358}"/>
                  </a:ext>
                </a:extLst>
              </p:cNvPr>
              <p:cNvCxnSpPr/>
              <p:nvPr/>
            </p:nvCxnSpPr>
            <p:spPr>
              <a:xfrm>
                <a:off x="13351335" y="2680488"/>
                <a:ext cx="277978" cy="54864"/>
              </a:xfrm>
              <a:prstGeom prst="line">
                <a:avLst/>
              </a:prstGeom>
              <a:ln w="14604">
                <a:solidFill>
                  <a:srgbClr val="009E73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64" name="Oval 463">
                <a:extLst>
                  <a:ext uri="{FF2B5EF4-FFF2-40B4-BE49-F238E27FC236}">
                    <a16:creationId xmlns:a16="http://schemas.microsoft.com/office/drawing/2014/main" id="{9806629A-6D3A-32F0-72DC-1E2415A539BB}"/>
                  </a:ext>
                </a:extLst>
              </p:cNvPr>
              <p:cNvSpPr/>
              <p:nvPr/>
            </p:nvSpPr>
            <p:spPr>
              <a:xfrm>
                <a:off x="12330499" y="2550643"/>
                <a:ext cx="40233" cy="40233"/>
              </a:xfrm>
              <a:prstGeom prst="ellipse">
                <a:avLst/>
              </a:prstGeom>
              <a:solidFill>
                <a:srgbClr val="009E73"/>
              </a:solidFill>
              <a:ln w="11430">
                <a:solidFill>
                  <a:srgbClr val="009E73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5" name="Oval 464">
                <a:extLst>
                  <a:ext uri="{FF2B5EF4-FFF2-40B4-BE49-F238E27FC236}">
                    <a16:creationId xmlns:a16="http://schemas.microsoft.com/office/drawing/2014/main" id="{E011DCB1-6B33-E53D-6A2E-3C84C5ABD9A2}"/>
                  </a:ext>
                </a:extLst>
              </p:cNvPr>
              <p:cNvSpPr/>
              <p:nvPr/>
            </p:nvSpPr>
            <p:spPr>
              <a:xfrm>
                <a:off x="12664072" y="2568931"/>
                <a:ext cx="40233" cy="40233"/>
              </a:xfrm>
              <a:prstGeom prst="ellipse">
                <a:avLst/>
              </a:prstGeom>
              <a:solidFill>
                <a:srgbClr val="009E73"/>
              </a:solidFill>
              <a:ln w="11430">
                <a:solidFill>
                  <a:srgbClr val="009E73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6" name="Oval 465">
                <a:extLst>
                  <a:ext uri="{FF2B5EF4-FFF2-40B4-BE49-F238E27FC236}">
                    <a16:creationId xmlns:a16="http://schemas.microsoft.com/office/drawing/2014/main" id="{8FE528A7-7A9C-490E-CB0C-B85031FC011D}"/>
                  </a:ext>
                </a:extLst>
              </p:cNvPr>
              <p:cNvSpPr/>
              <p:nvPr/>
            </p:nvSpPr>
            <p:spPr>
              <a:xfrm>
                <a:off x="12997645" y="2623795"/>
                <a:ext cx="40233" cy="40233"/>
              </a:xfrm>
              <a:prstGeom prst="ellipse">
                <a:avLst/>
              </a:prstGeom>
              <a:solidFill>
                <a:srgbClr val="009E73"/>
              </a:solidFill>
              <a:ln w="11430">
                <a:solidFill>
                  <a:srgbClr val="009E73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7" name="Oval 466">
                <a:extLst>
                  <a:ext uri="{FF2B5EF4-FFF2-40B4-BE49-F238E27FC236}">
                    <a16:creationId xmlns:a16="http://schemas.microsoft.com/office/drawing/2014/main" id="{39FA20CE-D60D-3E16-129E-CB210C47C3F3}"/>
                  </a:ext>
                </a:extLst>
              </p:cNvPr>
              <p:cNvSpPr/>
              <p:nvPr/>
            </p:nvSpPr>
            <p:spPr>
              <a:xfrm>
                <a:off x="13331219" y="2660371"/>
                <a:ext cx="40233" cy="40233"/>
              </a:xfrm>
              <a:prstGeom prst="ellipse">
                <a:avLst/>
              </a:prstGeom>
              <a:solidFill>
                <a:srgbClr val="009E73"/>
              </a:solidFill>
              <a:ln w="11430">
                <a:solidFill>
                  <a:srgbClr val="009E73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68" name="Oval 467">
                <a:extLst>
                  <a:ext uri="{FF2B5EF4-FFF2-40B4-BE49-F238E27FC236}">
                    <a16:creationId xmlns:a16="http://schemas.microsoft.com/office/drawing/2014/main" id="{04FFA659-D782-411B-92E5-B6A8FD8D3FB2}"/>
                  </a:ext>
                </a:extLst>
              </p:cNvPr>
              <p:cNvSpPr/>
              <p:nvPr/>
            </p:nvSpPr>
            <p:spPr>
              <a:xfrm>
                <a:off x="13609196" y="2715235"/>
                <a:ext cx="40233" cy="40233"/>
              </a:xfrm>
              <a:prstGeom prst="ellipse">
                <a:avLst/>
              </a:prstGeom>
              <a:solidFill>
                <a:srgbClr val="009E73"/>
              </a:solidFill>
              <a:ln w="11430">
                <a:solidFill>
                  <a:srgbClr val="009E73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cxnSp>
            <p:nvCxnSpPr>
              <p:cNvPr id="469" name="Connector 317">
                <a:extLst>
                  <a:ext uri="{FF2B5EF4-FFF2-40B4-BE49-F238E27FC236}">
                    <a16:creationId xmlns:a16="http://schemas.microsoft.com/office/drawing/2014/main" id="{B4CD96BB-B033-058E-2236-D651C3EE2E60}"/>
                  </a:ext>
                </a:extLst>
              </p:cNvPr>
              <p:cNvCxnSpPr/>
              <p:nvPr/>
            </p:nvCxnSpPr>
            <p:spPr>
              <a:xfrm>
                <a:off x="12350616" y="2643912"/>
                <a:ext cx="333573" cy="18288"/>
              </a:xfrm>
              <a:prstGeom prst="line">
                <a:avLst/>
              </a:prstGeom>
              <a:ln w="14604">
                <a:solidFill>
                  <a:srgbClr val="D55E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0" name="Connector 318">
                <a:extLst>
                  <a:ext uri="{FF2B5EF4-FFF2-40B4-BE49-F238E27FC236}">
                    <a16:creationId xmlns:a16="http://schemas.microsoft.com/office/drawing/2014/main" id="{EC303301-BD33-7B15-F24E-3716541239AB}"/>
                  </a:ext>
                </a:extLst>
              </p:cNvPr>
              <p:cNvCxnSpPr/>
              <p:nvPr/>
            </p:nvCxnSpPr>
            <p:spPr>
              <a:xfrm>
                <a:off x="12684189" y="2662200"/>
                <a:ext cx="333573" cy="36576"/>
              </a:xfrm>
              <a:prstGeom prst="line">
                <a:avLst/>
              </a:prstGeom>
              <a:ln w="14604">
                <a:solidFill>
                  <a:srgbClr val="D55E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1" name="Connector 319">
                <a:extLst>
                  <a:ext uri="{FF2B5EF4-FFF2-40B4-BE49-F238E27FC236}">
                    <a16:creationId xmlns:a16="http://schemas.microsoft.com/office/drawing/2014/main" id="{9BD6AC7A-785B-6970-23A1-439D43FA4DD0}"/>
                  </a:ext>
                </a:extLst>
              </p:cNvPr>
              <p:cNvCxnSpPr/>
              <p:nvPr/>
            </p:nvCxnSpPr>
            <p:spPr>
              <a:xfrm>
                <a:off x="13017762" y="2698776"/>
                <a:ext cx="333573" cy="54864"/>
              </a:xfrm>
              <a:prstGeom prst="line">
                <a:avLst/>
              </a:prstGeom>
              <a:ln w="14604">
                <a:solidFill>
                  <a:srgbClr val="D55E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2" name="Connector 320">
                <a:extLst>
                  <a:ext uri="{FF2B5EF4-FFF2-40B4-BE49-F238E27FC236}">
                    <a16:creationId xmlns:a16="http://schemas.microsoft.com/office/drawing/2014/main" id="{359CC7FC-E182-0D0B-0F16-ED61BDDBD2D7}"/>
                  </a:ext>
                </a:extLst>
              </p:cNvPr>
              <p:cNvCxnSpPr/>
              <p:nvPr/>
            </p:nvCxnSpPr>
            <p:spPr>
              <a:xfrm>
                <a:off x="13351335" y="2753640"/>
                <a:ext cx="277978" cy="36576"/>
              </a:xfrm>
              <a:prstGeom prst="line">
                <a:avLst/>
              </a:prstGeom>
              <a:ln w="14604">
                <a:solidFill>
                  <a:srgbClr val="D55E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3" name="Oval 472">
                <a:extLst>
                  <a:ext uri="{FF2B5EF4-FFF2-40B4-BE49-F238E27FC236}">
                    <a16:creationId xmlns:a16="http://schemas.microsoft.com/office/drawing/2014/main" id="{A762D085-6D1A-788A-CF49-3522F956D358}"/>
                  </a:ext>
                </a:extLst>
              </p:cNvPr>
              <p:cNvSpPr/>
              <p:nvPr/>
            </p:nvSpPr>
            <p:spPr>
              <a:xfrm>
                <a:off x="12330499" y="2623795"/>
                <a:ext cx="40233" cy="40233"/>
              </a:xfrm>
              <a:prstGeom prst="ellipse">
                <a:avLst/>
              </a:prstGeom>
              <a:solidFill>
                <a:srgbClr val="D55E00"/>
              </a:solidFill>
              <a:ln w="11430">
                <a:solidFill>
                  <a:srgbClr val="D55E0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4" name="Oval 473">
                <a:extLst>
                  <a:ext uri="{FF2B5EF4-FFF2-40B4-BE49-F238E27FC236}">
                    <a16:creationId xmlns:a16="http://schemas.microsoft.com/office/drawing/2014/main" id="{55DD3B67-6B4D-1854-0A37-6A82C6E96AD1}"/>
                  </a:ext>
                </a:extLst>
              </p:cNvPr>
              <p:cNvSpPr/>
              <p:nvPr/>
            </p:nvSpPr>
            <p:spPr>
              <a:xfrm>
                <a:off x="12664072" y="2642083"/>
                <a:ext cx="40233" cy="40233"/>
              </a:xfrm>
              <a:prstGeom prst="ellipse">
                <a:avLst/>
              </a:prstGeom>
              <a:solidFill>
                <a:srgbClr val="D55E00"/>
              </a:solidFill>
              <a:ln w="11430">
                <a:solidFill>
                  <a:srgbClr val="D55E0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5" name="Oval 474">
                <a:extLst>
                  <a:ext uri="{FF2B5EF4-FFF2-40B4-BE49-F238E27FC236}">
                    <a16:creationId xmlns:a16="http://schemas.microsoft.com/office/drawing/2014/main" id="{6F81F749-08AF-0B31-0A57-6521F3BBFD3B}"/>
                  </a:ext>
                </a:extLst>
              </p:cNvPr>
              <p:cNvSpPr/>
              <p:nvPr/>
            </p:nvSpPr>
            <p:spPr>
              <a:xfrm>
                <a:off x="12997645" y="2678659"/>
                <a:ext cx="40233" cy="40233"/>
              </a:xfrm>
              <a:prstGeom prst="ellipse">
                <a:avLst/>
              </a:prstGeom>
              <a:solidFill>
                <a:srgbClr val="D55E00"/>
              </a:solidFill>
              <a:ln w="11430">
                <a:solidFill>
                  <a:srgbClr val="D55E0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6" name="Oval 475">
                <a:extLst>
                  <a:ext uri="{FF2B5EF4-FFF2-40B4-BE49-F238E27FC236}">
                    <a16:creationId xmlns:a16="http://schemas.microsoft.com/office/drawing/2014/main" id="{F3AE3B80-6A7E-3CC1-52B2-550470005896}"/>
                  </a:ext>
                </a:extLst>
              </p:cNvPr>
              <p:cNvSpPr/>
              <p:nvPr/>
            </p:nvSpPr>
            <p:spPr>
              <a:xfrm>
                <a:off x="13331219" y="2733523"/>
                <a:ext cx="40233" cy="40233"/>
              </a:xfrm>
              <a:prstGeom prst="ellipse">
                <a:avLst/>
              </a:prstGeom>
              <a:solidFill>
                <a:srgbClr val="D55E00"/>
              </a:solidFill>
              <a:ln w="11430">
                <a:solidFill>
                  <a:srgbClr val="D55E0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477" name="Oval 476">
                <a:extLst>
                  <a:ext uri="{FF2B5EF4-FFF2-40B4-BE49-F238E27FC236}">
                    <a16:creationId xmlns:a16="http://schemas.microsoft.com/office/drawing/2014/main" id="{F698C480-FE35-F483-803F-0A3C305C8092}"/>
                  </a:ext>
                </a:extLst>
              </p:cNvPr>
              <p:cNvSpPr/>
              <p:nvPr/>
            </p:nvSpPr>
            <p:spPr>
              <a:xfrm>
                <a:off x="13609196" y="2770099"/>
                <a:ext cx="40233" cy="40233"/>
              </a:xfrm>
              <a:prstGeom prst="ellipse">
                <a:avLst/>
              </a:prstGeom>
              <a:solidFill>
                <a:srgbClr val="D55E00"/>
              </a:solidFill>
              <a:ln w="11430">
                <a:solidFill>
                  <a:srgbClr val="D55E00"/>
                </a:solidFill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cxnSp>
            <p:nvCxnSpPr>
              <p:cNvPr id="509" name="Connector 308">
                <a:extLst>
                  <a:ext uri="{FF2B5EF4-FFF2-40B4-BE49-F238E27FC236}">
                    <a16:creationId xmlns:a16="http://schemas.microsoft.com/office/drawing/2014/main" id="{2D918006-FBE4-1E8B-57D7-63B880FBEA3D}"/>
                  </a:ext>
                </a:extLst>
              </p:cNvPr>
              <p:cNvCxnSpPr/>
              <p:nvPr/>
            </p:nvCxnSpPr>
            <p:spPr>
              <a:xfrm>
                <a:off x="12350616" y="2698776"/>
                <a:ext cx="333573" cy="18288"/>
              </a:xfrm>
              <a:prstGeom prst="line">
                <a:avLst/>
              </a:prstGeom>
              <a:solidFill>
                <a:srgbClr val="E2B4CD"/>
              </a:solidFill>
              <a:ln w="14604">
                <a:solidFill>
                  <a:srgbClr val="E2B4CD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0" name="Connector 309">
                <a:extLst>
                  <a:ext uri="{FF2B5EF4-FFF2-40B4-BE49-F238E27FC236}">
                    <a16:creationId xmlns:a16="http://schemas.microsoft.com/office/drawing/2014/main" id="{FC193B57-34CD-4295-641E-AD75287944F4}"/>
                  </a:ext>
                </a:extLst>
              </p:cNvPr>
              <p:cNvCxnSpPr/>
              <p:nvPr/>
            </p:nvCxnSpPr>
            <p:spPr>
              <a:xfrm>
                <a:off x="12684189" y="2717064"/>
                <a:ext cx="333573" cy="54864"/>
              </a:xfrm>
              <a:prstGeom prst="line">
                <a:avLst/>
              </a:prstGeom>
              <a:solidFill>
                <a:srgbClr val="E2B4CD"/>
              </a:solidFill>
              <a:ln w="14604">
                <a:solidFill>
                  <a:srgbClr val="E2B4CD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1" name="Connector 310">
                <a:extLst>
                  <a:ext uri="{FF2B5EF4-FFF2-40B4-BE49-F238E27FC236}">
                    <a16:creationId xmlns:a16="http://schemas.microsoft.com/office/drawing/2014/main" id="{61718EE2-0F0D-483B-C543-4E2EED981201}"/>
                  </a:ext>
                </a:extLst>
              </p:cNvPr>
              <p:cNvCxnSpPr/>
              <p:nvPr/>
            </p:nvCxnSpPr>
            <p:spPr>
              <a:xfrm>
                <a:off x="13017762" y="2771928"/>
                <a:ext cx="333573" cy="36576"/>
              </a:xfrm>
              <a:prstGeom prst="line">
                <a:avLst/>
              </a:prstGeom>
              <a:solidFill>
                <a:srgbClr val="E2B4CD"/>
              </a:solidFill>
              <a:ln w="14604">
                <a:solidFill>
                  <a:srgbClr val="E2B4CD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12" name="Connector 311">
                <a:extLst>
                  <a:ext uri="{FF2B5EF4-FFF2-40B4-BE49-F238E27FC236}">
                    <a16:creationId xmlns:a16="http://schemas.microsoft.com/office/drawing/2014/main" id="{939E8324-1BFF-AF9E-4537-A3629CE13EE4}"/>
                  </a:ext>
                </a:extLst>
              </p:cNvPr>
              <p:cNvCxnSpPr/>
              <p:nvPr/>
            </p:nvCxnSpPr>
            <p:spPr>
              <a:xfrm>
                <a:off x="13351335" y="2808504"/>
                <a:ext cx="277978" cy="54864"/>
              </a:xfrm>
              <a:prstGeom prst="line">
                <a:avLst/>
              </a:prstGeom>
              <a:solidFill>
                <a:srgbClr val="E2B4CD"/>
              </a:solidFill>
              <a:ln w="14604">
                <a:solidFill>
                  <a:srgbClr val="E2B4CD"/>
                </a:solidFill>
              </a:ln>
              <a:effectLst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3" name="Oval 512">
                <a:extLst>
                  <a:ext uri="{FF2B5EF4-FFF2-40B4-BE49-F238E27FC236}">
                    <a16:creationId xmlns:a16="http://schemas.microsoft.com/office/drawing/2014/main" id="{648B05C8-EF5D-2F99-E1A6-48C5C3DEEB4F}"/>
                  </a:ext>
                </a:extLst>
              </p:cNvPr>
              <p:cNvSpPr/>
              <p:nvPr/>
            </p:nvSpPr>
            <p:spPr>
              <a:xfrm>
                <a:off x="12330499" y="2678659"/>
                <a:ext cx="40233" cy="40233"/>
              </a:xfrm>
              <a:prstGeom prst="ellipse">
                <a:avLst/>
              </a:prstGeom>
              <a:solidFill>
                <a:srgbClr val="E2B4CD"/>
              </a:solidFill>
              <a:ln w="11430">
                <a:solidFill>
                  <a:srgbClr val="E2B4CD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4" name="Oval 513">
                <a:extLst>
                  <a:ext uri="{FF2B5EF4-FFF2-40B4-BE49-F238E27FC236}">
                    <a16:creationId xmlns:a16="http://schemas.microsoft.com/office/drawing/2014/main" id="{2D33E10E-1A3F-C946-2FCC-838052818380}"/>
                  </a:ext>
                </a:extLst>
              </p:cNvPr>
              <p:cNvSpPr/>
              <p:nvPr/>
            </p:nvSpPr>
            <p:spPr>
              <a:xfrm>
                <a:off x="12664072" y="2696947"/>
                <a:ext cx="40233" cy="40233"/>
              </a:xfrm>
              <a:prstGeom prst="ellipse">
                <a:avLst/>
              </a:prstGeom>
              <a:solidFill>
                <a:srgbClr val="E2B4CD"/>
              </a:solidFill>
              <a:ln w="11430">
                <a:solidFill>
                  <a:srgbClr val="E2B4CD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5" name="Oval 514">
                <a:extLst>
                  <a:ext uri="{FF2B5EF4-FFF2-40B4-BE49-F238E27FC236}">
                    <a16:creationId xmlns:a16="http://schemas.microsoft.com/office/drawing/2014/main" id="{F2EA3FC5-7522-BB4D-FD77-098DFF02F232}"/>
                  </a:ext>
                </a:extLst>
              </p:cNvPr>
              <p:cNvSpPr/>
              <p:nvPr/>
            </p:nvSpPr>
            <p:spPr>
              <a:xfrm>
                <a:off x="12997645" y="2751811"/>
                <a:ext cx="40233" cy="40233"/>
              </a:xfrm>
              <a:prstGeom prst="ellipse">
                <a:avLst/>
              </a:prstGeom>
              <a:solidFill>
                <a:srgbClr val="E2B4CD"/>
              </a:solidFill>
              <a:ln w="11430">
                <a:solidFill>
                  <a:srgbClr val="E2B4CD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6" name="Oval 515">
                <a:extLst>
                  <a:ext uri="{FF2B5EF4-FFF2-40B4-BE49-F238E27FC236}">
                    <a16:creationId xmlns:a16="http://schemas.microsoft.com/office/drawing/2014/main" id="{D91DDECC-865F-A0DD-14FF-7C07B0776CDA}"/>
                  </a:ext>
                </a:extLst>
              </p:cNvPr>
              <p:cNvSpPr/>
              <p:nvPr/>
            </p:nvSpPr>
            <p:spPr>
              <a:xfrm>
                <a:off x="13331219" y="2788387"/>
                <a:ext cx="40233" cy="40233"/>
              </a:xfrm>
              <a:prstGeom prst="ellipse">
                <a:avLst/>
              </a:prstGeom>
              <a:solidFill>
                <a:srgbClr val="E2B4CD"/>
              </a:solidFill>
              <a:ln w="11430">
                <a:solidFill>
                  <a:srgbClr val="E2B4CD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  <p:sp>
            <p:nvSpPr>
              <p:cNvPr id="517" name="Oval 516">
                <a:extLst>
                  <a:ext uri="{FF2B5EF4-FFF2-40B4-BE49-F238E27FC236}">
                    <a16:creationId xmlns:a16="http://schemas.microsoft.com/office/drawing/2014/main" id="{BE52E3A1-92DA-5506-510C-33B21A8FA6F5}"/>
                  </a:ext>
                </a:extLst>
              </p:cNvPr>
              <p:cNvSpPr/>
              <p:nvPr/>
            </p:nvSpPr>
            <p:spPr>
              <a:xfrm>
                <a:off x="13609196" y="2843251"/>
                <a:ext cx="40233" cy="40233"/>
              </a:xfrm>
              <a:prstGeom prst="ellipse">
                <a:avLst/>
              </a:prstGeom>
              <a:solidFill>
                <a:srgbClr val="E2B4CD"/>
              </a:solidFill>
              <a:ln w="11430">
                <a:solidFill>
                  <a:srgbClr val="E2B4CD"/>
                </a:solidFill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/>
              </a:p>
            </p:txBody>
          </p:sp>
        </p:grpSp>
        <p:sp>
          <p:nvSpPr>
            <p:cNvPr id="479" name="TextBox 478">
              <a:extLst>
                <a:ext uri="{FF2B5EF4-FFF2-40B4-BE49-F238E27FC236}">
                  <a16:creationId xmlns:a16="http://schemas.microsoft.com/office/drawing/2014/main" id="{F594F286-780E-D723-F97F-291419512A42}"/>
                </a:ext>
              </a:extLst>
            </p:cNvPr>
            <p:cNvSpPr txBox="1"/>
            <p:nvPr/>
          </p:nvSpPr>
          <p:spPr>
            <a:xfrm>
              <a:off x="12528670" y="2953557"/>
              <a:ext cx="937949" cy="192360"/>
            </a:xfrm>
            <a:prstGeom prst="rect">
              <a:avLst/>
            </a:prstGeom>
            <a:noFill/>
          </p:spPr>
          <p:txBody>
            <a:bodyPr wrap="none" lIns="54864" tIns="22860" rIns="54864" bIns="22860" anchor="ctr">
              <a:spAutoFit/>
            </a:bodyPr>
            <a:lstStyle/>
            <a:p>
              <a:pPr algn="ctr"/>
              <a:r>
                <a:rPr sz="950" dirty="0">
                  <a:solidFill>
                    <a:srgbClr val="333434"/>
                  </a:solidFill>
                  <a:latin typeface="SF Pro Display" panose="00000500000000000000" pitchFamily="50" charset="0"/>
                  <a:ea typeface="SF Pro Display" panose="00000500000000000000" pitchFamily="50" charset="0"/>
                </a:rPr>
                <a:t>Noise sensitivity</a:t>
              </a:r>
            </a:p>
          </p:txBody>
        </p:sp>
      </p:grpSp>
      <p:sp>
        <p:nvSpPr>
          <p:cNvPr id="480" name="TextBox 479">
            <a:extLst>
              <a:ext uri="{FF2B5EF4-FFF2-40B4-BE49-F238E27FC236}">
                <a16:creationId xmlns:a16="http://schemas.microsoft.com/office/drawing/2014/main" id="{F8150134-A049-A24E-1A77-5030151C43AA}"/>
              </a:ext>
            </a:extLst>
          </p:cNvPr>
          <p:cNvSpPr txBox="1"/>
          <p:nvPr/>
        </p:nvSpPr>
        <p:spPr>
          <a:xfrm>
            <a:off x="12610487" y="4215408"/>
            <a:ext cx="955582" cy="192360"/>
          </a:xfrm>
          <a:prstGeom prst="rect">
            <a:avLst/>
          </a:prstGeom>
          <a:noFill/>
        </p:spPr>
        <p:txBody>
          <a:bodyPr wrap="none" lIns="54864" tIns="22860" rIns="54864" bIns="22860" anchor="ctr">
            <a:spAutoFit/>
          </a:bodyPr>
          <a:lstStyle/>
          <a:p>
            <a:pPr algn="ctr"/>
            <a:r>
              <a:rPr sz="950" dirty="0">
                <a:solidFill>
                  <a:srgbClr val="333434"/>
                </a:solidFill>
                <a:latin typeface="SF Pro Display" panose="00000500000000000000" pitchFamily="50" charset="0"/>
                <a:ea typeface="SF Pro Display" panose="00000500000000000000" pitchFamily="50" charset="0"/>
              </a:rPr>
              <a:t>Reverse ablation</a:t>
            </a:r>
          </a:p>
        </p:txBody>
      </p:sp>
      <p:cxnSp>
        <p:nvCxnSpPr>
          <p:cNvPr id="488" name="Connector 335">
            <a:extLst>
              <a:ext uri="{FF2B5EF4-FFF2-40B4-BE49-F238E27FC236}">
                <a16:creationId xmlns:a16="http://schemas.microsoft.com/office/drawing/2014/main" id="{54E13F2F-BD14-5BD0-7140-CB96DB090262}"/>
              </a:ext>
            </a:extLst>
          </p:cNvPr>
          <p:cNvCxnSpPr/>
          <p:nvPr/>
        </p:nvCxnSpPr>
        <p:spPr>
          <a:xfrm>
            <a:off x="12509163" y="3817327"/>
            <a:ext cx="222382" cy="73152"/>
          </a:xfrm>
          <a:prstGeom prst="line">
            <a:avLst/>
          </a:prstGeom>
          <a:ln w="17145">
            <a:solidFill>
              <a:srgbClr val="0076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9" name="Connector 336">
            <a:extLst>
              <a:ext uri="{FF2B5EF4-FFF2-40B4-BE49-F238E27FC236}">
                <a16:creationId xmlns:a16="http://schemas.microsoft.com/office/drawing/2014/main" id="{13D6738E-FAAF-33DE-B0A4-03B7F5EA68FC}"/>
              </a:ext>
            </a:extLst>
          </p:cNvPr>
          <p:cNvCxnSpPr/>
          <p:nvPr/>
        </p:nvCxnSpPr>
        <p:spPr>
          <a:xfrm>
            <a:off x="12731545" y="3890479"/>
            <a:ext cx="250180" cy="91440"/>
          </a:xfrm>
          <a:prstGeom prst="line">
            <a:avLst/>
          </a:prstGeom>
          <a:ln w="17145">
            <a:solidFill>
              <a:srgbClr val="0076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0" name="Connector 337">
            <a:extLst>
              <a:ext uri="{FF2B5EF4-FFF2-40B4-BE49-F238E27FC236}">
                <a16:creationId xmlns:a16="http://schemas.microsoft.com/office/drawing/2014/main" id="{B089E11A-60B1-65F3-308B-464D14EA131B}"/>
              </a:ext>
            </a:extLst>
          </p:cNvPr>
          <p:cNvCxnSpPr/>
          <p:nvPr/>
        </p:nvCxnSpPr>
        <p:spPr>
          <a:xfrm>
            <a:off x="12981725" y="3981919"/>
            <a:ext cx="277978" cy="73152"/>
          </a:xfrm>
          <a:prstGeom prst="line">
            <a:avLst/>
          </a:prstGeom>
          <a:ln w="17145">
            <a:solidFill>
              <a:srgbClr val="0076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1" name="Connector 338">
            <a:extLst>
              <a:ext uri="{FF2B5EF4-FFF2-40B4-BE49-F238E27FC236}">
                <a16:creationId xmlns:a16="http://schemas.microsoft.com/office/drawing/2014/main" id="{7A39B424-29A0-793F-DA8D-65DE30E70162}"/>
              </a:ext>
            </a:extLst>
          </p:cNvPr>
          <p:cNvCxnSpPr/>
          <p:nvPr/>
        </p:nvCxnSpPr>
        <p:spPr>
          <a:xfrm>
            <a:off x="13259703" y="4055071"/>
            <a:ext cx="277977" cy="54864"/>
          </a:xfrm>
          <a:prstGeom prst="line">
            <a:avLst/>
          </a:prstGeom>
          <a:ln w="17145">
            <a:solidFill>
              <a:srgbClr val="0076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2" name="Connector 339">
            <a:extLst>
              <a:ext uri="{FF2B5EF4-FFF2-40B4-BE49-F238E27FC236}">
                <a16:creationId xmlns:a16="http://schemas.microsoft.com/office/drawing/2014/main" id="{A15AB170-30EA-794E-BAE4-C6AA9AFA0FCF}"/>
              </a:ext>
            </a:extLst>
          </p:cNvPr>
          <p:cNvCxnSpPr/>
          <p:nvPr/>
        </p:nvCxnSpPr>
        <p:spPr>
          <a:xfrm>
            <a:off x="13537680" y="4109935"/>
            <a:ext cx="250180" cy="36576"/>
          </a:xfrm>
          <a:prstGeom prst="line">
            <a:avLst/>
          </a:prstGeom>
          <a:ln w="17145">
            <a:solidFill>
              <a:srgbClr val="0076B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3" name="Oval 492">
            <a:extLst>
              <a:ext uri="{FF2B5EF4-FFF2-40B4-BE49-F238E27FC236}">
                <a16:creationId xmlns:a16="http://schemas.microsoft.com/office/drawing/2014/main" id="{F596C0F3-3673-69F3-9455-AE23A4CAA6A4}"/>
              </a:ext>
            </a:extLst>
          </p:cNvPr>
          <p:cNvSpPr/>
          <p:nvPr/>
        </p:nvSpPr>
        <p:spPr>
          <a:xfrm>
            <a:off x="12489046" y="3797210"/>
            <a:ext cx="40233" cy="40233"/>
          </a:xfrm>
          <a:prstGeom prst="ellipse">
            <a:avLst/>
          </a:prstGeom>
          <a:solidFill>
            <a:srgbClr val="0076BA"/>
          </a:solidFill>
          <a:ln w="11430">
            <a:solidFill>
              <a:srgbClr val="0076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4" name="Oval 493">
            <a:extLst>
              <a:ext uri="{FF2B5EF4-FFF2-40B4-BE49-F238E27FC236}">
                <a16:creationId xmlns:a16="http://schemas.microsoft.com/office/drawing/2014/main" id="{9E046B9D-BB95-6C15-2D83-CA0D5795DF39}"/>
              </a:ext>
            </a:extLst>
          </p:cNvPr>
          <p:cNvSpPr/>
          <p:nvPr/>
        </p:nvSpPr>
        <p:spPr>
          <a:xfrm>
            <a:off x="12711428" y="3870362"/>
            <a:ext cx="40233" cy="40233"/>
          </a:xfrm>
          <a:prstGeom prst="ellipse">
            <a:avLst/>
          </a:prstGeom>
          <a:solidFill>
            <a:srgbClr val="0076BA"/>
          </a:solidFill>
          <a:ln w="11430">
            <a:solidFill>
              <a:srgbClr val="0076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5" name="Oval 494">
            <a:extLst>
              <a:ext uri="{FF2B5EF4-FFF2-40B4-BE49-F238E27FC236}">
                <a16:creationId xmlns:a16="http://schemas.microsoft.com/office/drawing/2014/main" id="{DA6BA7E6-2464-F112-3757-DB42F436ECCA}"/>
              </a:ext>
            </a:extLst>
          </p:cNvPr>
          <p:cNvSpPr/>
          <p:nvPr/>
        </p:nvSpPr>
        <p:spPr>
          <a:xfrm>
            <a:off x="12961608" y="3961802"/>
            <a:ext cx="40233" cy="40233"/>
          </a:xfrm>
          <a:prstGeom prst="ellipse">
            <a:avLst/>
          </a:prstGeom>
          <a:solidFill>
            <a:srgbClr val="0076BA"/>
          </a:solidFill>
          <a:ln w="11430">
            <a:solidFill>
              <a:srgbClr val="0076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6" name="Oval 495">
            <a:extLst>
              <a:ext uri="{FF2B5EF4-FFF2-40B4-BE49-F238E27FC236}">
                <a16:creationId xmlns:a16="http://schemas.microsoft.com/office/drawing/2014/main" id="{7805B5B4-6FA4-36C8-46C8-62EED3F6DE59}"/>
              </a:ext>
            </a:extLst>
          </p:cNvPr>
          <p:cNvSpPr/>
          <p:nvPr/>
        </p:nvSpPr>
        <p:spPr>
          <a:xfrm>
            <a:off x="13239586" y="4034954"/>
            <a:ext cx="40233" cy="40233"/>
          </a:xfrm>
          <a:prstGeom prst="ellipse">
            <a:avLst/>
          </a:prstGeom>
          <a:solidFill>
            <a:srgbClr val="0076BA"/>
          </a:solidFill>
          <a:ln w="11430">
            <a:solidFill>
              <a:srgbClr val="0076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7" name="Oval 496">
            <a:extLst>
              <a:ext uri="{FF2B5EF4-FFF2-40B4-BE49-F238E27FC236}">
                <a16:creationId xmlns:a16="http://schemas.microsoft.com/office/drawing/2014/main" id="{3AA512CF-2328-B24F-C92B-753717585458}"/>
              </a:ext>
            </a:extLst>
          </p:cNvPr>
          <p:cNvSpPr/>
          <p:nvPr/>
        </p:nvSpPr>
        <p:spPr>
          <a:xfrm>
            <a:off x="13517563" y="4089818"/>
            <a:ext cx="40233" cy="40233"/>
          </a:xfrm>
          <a:prstGeom prst="ellipse">
            <a:avLst/>
          </a:prstGeom>
          <a:solidFill>
            <a:srgbClr val="0076BA"/>
          </a:solidFill>
          <a:ln w="11430">
            <a:solidFill>
              <a:srgbClr val="0076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8" name="Oval 497">
            <a:extLst>
              <a:ext uri="{FF2B5EF4-FFF2-40B4-BE49-F238E27FC236}">
                <a16:creationId xmlns:a16="http://schemas.microsoft.com/office/drawing/2014/main" id="{D2AD0FC3-AD11-DED3-D373-BA15C89E284C}"/>
              </a:ext>
            </a:extLst>
          </p:cNvPr>
          <p:cNvSpPr/>
          <p:nvPr/>
        </p:nvSpPr>
        <p:spPr>
          <a:xfrm>
            <a:off x="13767743" y="4126394"/>
            <a:ext cx="40233" cy="40233"/>
          </a:xfrm>
          <a:prstGeom prst="ellipse">
            <a:avLst/>
          </a:prstGeom>
          <a:solidFill>
            <a:srgbClr val="0076BA"/>
          </a:solidFill>
          <a:ln w="11430">
            <a:solidFill>
              <a:srgbClr val="0076B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8" name="Oval 517">
            <a:extLst>
              <a:ext uri="{FF2B5EF4-FFF2-40B4-BE49-F238E27FC236}">
                <a16:creationId xmlns:a16="http://schemas.microsoft.com/office/drawing/2014/main" id="{35C2E0BE-D329-25DB-8CF9-2AC50472B3DB}"/>
              </a:ext>
            </a:extLst>
          </p:cNvPr>
          <p:cNvSpPr>
            <a:spLocks/>
          </p:cNvSpPr>
          <p:nvPr/>
        </p:nvSpPr>
        <p:spPr>
          <a:xfrm>
            <a:off x="8506520" y="2848519"/>
            <a:ext cx="40233" cy="40233"/>
          </a:xfrm>
          <a:prstGeom prst="ellipse">
            <a:avLst/>
          </a:prstGeom>
          <a:solidFill>
            <a:srgbClr val="FFFFFF"/>
          </a:solidFill>
          <a:ln w="10795">
            <a:solidFill>
              <a:srgbClr val="9EC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9" name="Oval 518">
            <a:extLst>
              <a:ext uri="{FF2B5EF4-FFF2-40B4-BE49-F238E27FC236}">
                <a16:creationId xmlns:a16="http://schemas.microsoft.com/office/drawing/2014/main" id="{81F74AAE-1171-1663-1971-63AB3988A5FE}"/>
              </a:ext>
            </a:extLst>
          </p:cNvPr>
          <p:cNvSpPr>
            <a:spLocks/>
          </p:cNvSpPr>
          <p:nvPr/>
        </p:nvSpPr>
        <p:spPr>
          <a:xfrm>
            <a:off x="8575282" y="2989336"/>
            <a:ext cx="40233" cy="40233"/>
          </a:xfrm>
          <a:prstGeom prst="ellipse">
            <a:avLst/>
          </a:prstGeom>
          <a:solidFill>
            <a:srgbClr val="FFFFFF"/>
          </a:solidFill>
          <a:ln w="10795">
            <a:solidFill>
              <a:srgbClr val="9EC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0" name="Oval 519">
            <a:extLst>
              <a:ext uri="{FF2B5EF4-FFF2-40B4-BE49-F238E27FC236}">
                <a16:creationId xmlns:a16="http://schemas.microsoft.com/office/drawing/2014/main" id="{3EB68DE0-5410-9810-0042-050B1C76A473}"/>
              </a:ext>
            </a:extLst>
          </p:cNvPr>
          <p:cNvSpPr>
            <a:spLocks/>
          </p:cNvSpPr>
          <p:nvPr/>
        </p:nvSpPr>
        <p:spPr>
          <a:xfrm>
            <a:off x="8678427" y="2912527"/>
            <a:ext cx="40233" cy="40233"/>
          </a:xfrm>
          <a:prstGeom prst="ellipse">
            <a:avLst/>
          </a:prstGeom>
          <a:solidFill>
            <a:srgbClr val="FFFFFF"/>
          </a:solidFill>
          <a:ln w="10795">
            <a:solidFill>
              <a:srgbClr val="9EC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1" name="Oval 520">
            <a:extLst>
              <a:ext uri="{FF2B5EF4-FFF2-40B4-BE49-F238E27FC236}">
                <a16:creationId xmlns:a16="http://schemas.microsoft.com/office/drawing/2014/main" id="{19A4D263-00BB-5E31-B500-2679C2234055}"/>
              </a:ext>
            </a:extLst>
          </p:cNvPr>
          <p:cNvSpPr>
            <a:spLocks/>
          </p:cNvSpPr>
          <p:nvPr/>
        </p:nvSpPr>
        <p:spPr>
          <a:xfrm>
            <a:off x="8729999" y="3053344"/>
            <a:ext cx="40233" cy="40233"/>
          </a:xfrm>
          <a:prstGeom prst="ellipse">
            <a:avLst/>
          </a:prstGeom>
          <a:solidFill>
            <a:srgbClr val="FFFFFF"/>
          </a:solidFill>
          <a:ln w="10795">
            <a:solidFill>
              <a:srgbClr val="9ECA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2" name="Oval 521">
            <a:extLst>
              <a:ext uri="{FF2B5EF4-FFF2-40B4-BE49-F238E27FC236}">
                <a16:creationId xmlns:a16="http://schemas.microsoft.com/office/drawing/2014/main" id="{1594FFE5-C430-4986-6E52-01FF99E06182}"/>
              </a:ext>
            </a:extLst>
          </p:cNvPr>
          <p:cNvSpPr>
            <a:spLocks/>
          </p:cNvSpPr>
          <p:nvPr/>
        </p:nvSpPr>
        <p:spPr>
          <a:xfrm>
            <a:off x="8815953" y="2835717"/>
            <a:ext cx="40233" cy="40233"/>
          </a:xfrm>
          <a:prstGeom prst="ellipse">
            <a:avLst/>
          </a:prstGeom>
          <a:solidFill>
            <a:srgbClr val="F4A6A6"/>
          </a:solidFill>
          <a:ln w="10795">
            <a:solidFill>
              <a:srgbClr val="F4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3" name="Oval 522">
            <a:extLst>
              <a:ext uri="{FF2B5EF4-FFF2-40B4-BE49-F238E27FC236}">
                <a16:creationId xmlns:a16="http://schemas.microsoft.com/office/drawing/2014/main" id="{8E232F5B-3864-882D-774E-2C0F4CE2F4DA}"/>
              </a:ext>
            </a:extLst>
          </p:cNvPr>
          <p:cNvSpPr>
            <a:spLocks/>
          </p:cNvSpPr>
          <p:nvPr/>
        </p:nvSpPr>
        <p:spPr>
          <a:xfrm>
            <a:off x="8901906" y="2925328"/>
            <a:ext cx="40233" cy="40233"/>
          </a:xfrm>
          <a:prstGeom prst="ellipse">
            <a:avLst/>
          </a:prstGeom>
          <a:solidFill>
            <a:srgbClr val="F4A6A6"/>
          </a:solidFill>
          <a:ln w="10795">
            <a:solidFill>
              <a:srgbClr val="F4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4" name="Oval 523">
            <a:extLst>
              <a:ext uri="{FF2B5EF4-FFF2-40B4-BE49-F238E27FC236}">
                <a16:creationId xmlns:a16="http://schemas.microsoft.com/office/drawing/2014/main" id="{A42A6842-6556-8A1D-70F9-6B6A5B7C462B}"/>
              </a:ext>
            </a:extLst>
          </p:cNvPr>
          <p:cNvSpPr>
            <a:spLocks/>
          </p:cNvSpPr>
          <p:nvPr/>
        </p:nvSpPr>
        <p:spPr>
          <a:xfrm>
            <a:off x="8987860" y="2816515"/>
            <a:ext cx="40233" cy="40233"/>
          </a:xfrm>
          <a:prstGeom prst="ellipse">
            <a:avLst/>
          </a:prstGeom>
          <a:solidFill>
            <a:srgbClr val="F4A6A6"/>
          </a:solidFill>
          <a:ln w="10795">
            <a:solidFill>
              <a:srgbClr val="F4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5" name="Oval 524">
            <a:extLst>
              <a:ext uri="{FF2B5EF4-FFF2-40B4-BE49-F238E27FC236}">
                <a16:creationId xmlns:a16="http://schemas.microsoft.com/office/drawing/2014/main" id="{C28550C9-C569-6A1D-3325-CA0B51045B39}"/>
              </a:ext>
            </a:extLst>
          </p:cNvPr>
          <p:cNvSpPr>
            <a:spLocks/>
          </p:cNvSpPr>
          <p:nvPr/>
        </p:nvSpPr>
        <p:spPr>
          <a:xfrm>
            <a:off x="9056623" y="2950932"/>
            <a:ext cx="40233" cy="40233"/>
          </a:xfrm>
          <a:prstGeom prst="ellipse">
            <a:avLst/>
          </a:prstGeom>
          <a:solidFill>
            <a:srgbClr val="F4A6A6"/>
          </a:solidFill>
          <a:ln w="10795">
            <a:solidFill>
              <a:srgbClr val="F4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6" name="Rectangle 525">
            <a:extLst>
              <a:ext uri="{FF2B5EF4-FFF2-40B4-BE49-F238E27FC236}">
                <a16:creationId xmlns:a16="http://schemas.microsoft.com/office/drawing/2014/main" id="{025AB695-1B29-3EFC-B1A2-69321B728C18}"/>
              </a:ext>
            </a:extLst>
          </p:cNvPr>
          <p:cNvSpPr>
            <a:spLocks/>
          </p:cNvSpPr>
          <p:nvPr/>
        </p:nvSpPr>
        <p:spPr>
          <a:xfrm>
            <a:off x="8379597" y="3736254"/>
            <a:ext cx="165030" cy="122895"/>
          </a:xfrm>
          <a:prstGeom prst="rect">
            <a:avLst/>
          </a:prstGeom>
          <a:solidFill>
            <a:srgbClr val="D9A067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7" name="Rectangle 526">
            <a:extLst>
              <a:ext uri="{FF2B5EF4-FFF2-40B4-BE49-F238E27FC236}">
                <a16:creationId xmlns:a16="http://schemas.microsoft.com/office/drawing/2014/main" id="{B01504CE-8C05-83DE-30B2-7A81B85D1A16}"/>
              </a:ext>
            </a:extLst>
          </p:cNvPr>
          <p:cNvSpPr>
            <a:spLocks/>
          </p:cNvSpPr>
          <p:nvPr/>
        </p:nvSpPr>
        <p:spPr>
          <a:xfrm>
            <a:off x="8551505" y="3736254"/>
            <a:ext cx="165030" cy="122895"/>
          </a:xfrm>
          <a:prstGeom prst="rect">
            <a:avLst/>
          </a:prstGeom>
          <a:solidFill>
            <a:srgbClr val="E4C19B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BC60E3A7-B360-8970-DA92-A9AD7F145EB4}"/>
              </a:ext>
            </a:extLst>
          </p:cNvPr>
          <p:cNvSpPr>
            <a:spLocks/>
          </p:cNvSpPr>
          <p:nvPr/>
        </p:nvSpPr>
        <p:spPr>
          <a:xfrm>
            <a:off x="8723412" y="3736254"/>
            <a:ext cx="165030" cy="122895"/>
          </a:xfrm>
          <a:prstGeom prst="rect">
            <a:avLst/>
          </a:prstGeom>
          <a:solidFill>
            <a:srgbClr val="DDE7EB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503DF410-72C9-52A1-AF25-47E11BB841A0}"/>
              </a:ext>
            </a:extLst>
          </p:cNvPr>
          <p:cNvSpPr>
            <a:spLocks/>
          </p:cNvSpPr>
          <p:nvPr/>
        </p:nvSpPr>
        <p:spPr>
          <a:xfrm>
            <a:off x="8895319" y="3736254"/>
            <a:ext cx="165030" cy="122895"/>
          </a:xfrm>
          <a:prstGeom prst="rect">
            <a:avLst/>
          </a:prstGeom>
          <a:solidFill>
            <a:srgbClr val="F1E7D8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0" name="Rectangle 529">
            <a:extLst>
              <a:ext uri="{FF2B5EF4-FFF2-40B4-BE49-F238E27FC236}">
                <a16:creationId xmlns:a16="http://schemas.microsoft.com/office/drawing/2014/main" id="{BCAE5A44-BDD0-BE84-8FC8-21AC53D23C3E}"/>
              </a:ext>
            </a:extLst>
          </p:cNvPr>
          <p:cNvSpPr>
            <a:spLocks/>
          </p:cNvSpPr>
          <p:nvPr/>
        </p:nvSpPr>
        <p:spPr>
          <a:xfrm>
            <a:off x="9067226" y="3736254"/>
            <a:ext cx="165030" cy="122895"/>
          </a:xfrm>
          <a:prstGeom prst="rect">
            <a:avLst/>
          </a:prstGeom>
          <a:solidFill>
            <a:srgbClr val="E9D0B4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1" name="Rectangle 530">
            <a:extLst>
              <a:ext uri="{FF2B5EF4-FFF2-40B4-BE49-F238E27FC236}">
                <a16:creationId xmlns:a16="http://schemas.microsoft.com/office/drawing/2014/main" id="{22333866-F182-4836-A32B-05F372F1C9BD}"/>
              </a:ext>
            </a:extLst>
          </p:cNvPr>
          <p:cNvSpPr>
            <a:spLocks/>
          </p:cNvSpPr>
          <p:nvPr/>
        </p:nvSpPr>
        <p:spPr>
          <a:xfrm>
            <a:off x="8379597" y="3864270"/>
            <a:ext cx="165030" cy="122895"/>
          </a:xfrm>
          <a:prstGeom prst="rect">
            <a:avLst/>
          </a:prstGeom>
          <a:solidFill>
            <a:srgbClr val="E4C19B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2" name="Rectangle 531">
            <a:extLst>
              <a:ext uri="{FF2B5EF4-FFF2-40B4-BE49-F238E27FC236}">
                <a16:creationId xmlns:a16="http://schemas.microsoft.com/office/drawing/2014/main" id="{304857A0-1FCD-6307-9417-2E9746050E53}"/>
              </a:ext>
            </a:extLst>
          </p:cNvPr>
          <p:cNvSpPr>
            <a:spLocks/>
          </p:cNvSpPr>
          <p:nvPr/>
        </p:nvSpPr>
        <p:spPr>
          <a:xfrm>
            <a:off x="8551505" y="3864270"/>
            <a:ext cx="165030" cy="122895"/>
          </a:xfrm>
          <a:prstGeom prst="rect">
            <a:avLst/>
          </a:prstGeom>
          <a:solidFill>
            <a:srgbClr val="D9A067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3" name="Rectangle 532">
            <a:extLst>
              <a:ext uri="{FF2B5EF4-FFF2-40B4-BE49-F238E27FC236}">
                <a16:creationId xmlns:a16="http://schemas.microsoft.com/office/drawing/2014/main" id="{CE5CC97D-0FFD-E597-D074-F36A05172960}"/>
              </a:ext>
            </a:extLst>
          </p:cNvPr>
          <p:cNvSpPr>
            <a:spLocks/>
          </p:cNvSpPr>
          <p:nvPr/>
        </p:nvSpPr>
        <p:spPr>
          <a:xfrm>
            <a:off x="8723412" y="3864270"/>
            <a:ext cx="165030" cy="122895"/>
          </a:xfrm>
          <a:prstGeom prst="rect">
            <a:avLst/>
          </a:prstGeom>
          <a:solidFill>
            <a:srgbClr val="CFDEE7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4" name="Rectangle 533">
            <a:extLst>
              <a:ext uri="{FF2B5EF4-FFF2-40B4-BE49-F238E27FC236}">
                <a16:creationId xmlns:a16="http://schemas.microsoft.com/office/drawing/2014/main" id="{71610C70-200B-9DE7-9244-C055FA07EB84}"/>
              </a:ext>
            </a:extLst>
          </p:cNvPr>
          <p:cNvSpPr>
            <a:spLocks/>
          </p:cNvSpPr>
          <p:nvPr/>
        </p:nvSpPr>
        <p:spPr>
          <a:xfrm>
            <a:off x="8895319" y="3864270"/>
            <a:ext cx="165030" cy="122895"/>
          </a:xfrm>
          <a:prstGeom prst="rect">
            <a:avLst/>
          </a:prstGeom>
          <a:solidFill>
            <a:srgbClr val="F5F2EB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5" name="Rectangle 534">
            <a:extLst>
              <a:ext uri="{FF2B5EF4-FFF2-40B4-BE49-F238E27FC236}">
                <a16:creationId xmlns:a16="http://schemas.microsoft.com/office/drawing/2014/main" id="{BFC39DF3-087C-A502-3CF5-320E8663D7CE}"/>
              </a:ext>
            </a:extLst>
          </p:cNvPr>
          <p:cNvSpPr>
            <a:spLocks/>
          </p:cNvSpPr>
          <p:nvPr/>
        </p:nvSpPr>
        <p:spPr>
          <a:xfrm>
            <a:off x="9067226" y="3864270"/>
            <a:ext cx="165030" cy="122895"/>
          </a:xfrm>
          <a:prstGeom prst="rect">
            <a:avLst/>
          </a:prstGeom>
          <a:solidFill>
            <a:srgbClr val="EDDCC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6" name="Rectangle 535">
            <a:extLst>
              <a:ext uri="{FF2B5EF4-FFF2-40B4-BE49-F238E27FC236}">
                <a16:creationId xmlns:a16="http://schemas.microsoft.com/office/drawing/2014/main" id="{521B2041-6F51-D083-BC8F-A0E79A8C3C75}"/>
              </a:ext>
            </a:extLst>
          </p:cNvPr>
          <p:cNvSpPr>
            <a:spLocks/>
          </p:cNvSpPr>
          <p:nvPr/>
        </p:nvSpPr>
        <p:spPr>
          <a:xfrm>
            <a:off x="8379597" y="3992286"/>
            <a:ext cx="165030" cy="122895"/>
          </a:xfrm>
          <a:prstGeom prst="rect">
            <a:avLst/>
          </a:prstGeom>
          <a:solidFill>
            <a:srgbClr val="DDE7EB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7" name="Rectangle 536">
            <a:extLst>
              <a:ext uri="{FF2B5EF4-FFF2-40B4-BE49-F238E27FC236}">
                <a16:creationId xmlns:a16="http://schemas.microsoft.com/office/drawing/2014/main" id="{403ED523-4BE4-A082-276D-17A80AD07151}"/>
              </a:ext>
            </a:extLst>
          </p:cNvPr>
          <p:cNvSpPr>
            <a:spLocks/>
          </p:cNvSpPr>
          <p:nvPr/>
        </p:nvSpPr>
        <p:spPr>
          <a:xfrm>
            <a:off x="8551505" y="3992286"/>
            <a:ext cx="165030" cy="122895"/>
          </a:xfrm>
          <a:prstGeom prst="rect">
            <a:avLst/>
          </a:prstGeom>
          <a:solidFill>
            <a:srgbClr val="CFDEE7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8" name="Rectangle 537">
            <a:extLst>
              <a:ext uri="{FF2B5EF4-FFF2-40B4-BE49-F238E27FC236}">
                <a16:creationId xmlns:a16="http://schemas.microsoft.com/office/drawing/2014/main" id="{274079B8-8484-AC9A-067C-5A41DBB4F401}"/>
              </a:ext>
            </a:extLst>
          </p:cNvPr>
          <p:cNvSpPr>
            <a:spLocks/>
          </p:cNvSpPr>
          <p:nvPr/>
        </p:nvSpPr>
        <p:spPr>
          <a:xfrm>
            <a:off x="8723412" y="3992286"/>
            <a:ext cx="165030" cy="122895"/>
          </a:xfrm>
          <a:prstGeom prst="rect">
            <a:avLst/>
          </a:prstGeom>
          <a:solidFill>
            <a:srgbClr val="D9A067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9" name="Rectangle 538">
            <a:extLst>
              <a:ext uri="{FF2B5EF4-FFF2-40B4-BE49-F238E27FC236}">
                <a16:creationId xmlns:a16="http://schemas.microsoft.com/office/drawing/2014/main" id="{DD54C679-72EF-D4ED-0155-6762622FA88C}"/>
              </a:ext>
            </a:extLst>
          </p:cNvPr>
          <p:cNvSpPr>
            <a:spLocks/>
          </p:cNvSpPr>
          <p:nvPr/>
        </p:nvSpPr>
        <p:spPr>
          <a:xfrm>
            <a:off x="8895319" y="3992286"/>
            <a:ext cx="165030" cy="122895"/>
          </a:xfrm>
          <a:prstGeom prst="rect">
            <a:avLst/>
          </a:prstGeom>
          <a:solidFill>
            <a:srgbClr val="E5C5A2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0" name="Rectangle 539">
            <a:extLst>
              <a:ext uri="{FF2B5EF4-FFF2-40B4-BE49-F238E27FC236}">
                <a16:creationId xmlns:a16="http://schemas.microsoft.com/office/drawing/2014/main" id="{005EDC0D-90F5-CF70-57A2-412C02667F67}"/>
              </a:ext>
            </a:extLst>
          </p:cNvPr>
          <p:cNvSpPr>
            <a:spLocks/>
          </p:cNvSpPr>
          <p:nvPr/>
        </p:nvSpPr>
        <p:spPr>
          <a:xfrm>
            <a:off x="9067226" y="3992286"/>
            <a:ext cx="165030" cy="122895"/>
          </a:xfrm>
          <a:prstGeom prst="rect">
            <a:avLst/>
          </a:prstGeom>
          <a:solidFill>
            <a:srgbClr val="ECF0EF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1" name="Rectangle 540">
            <a:extLst>
              <a:ext uri="{FF2B5EF4-FFF2-40B4-BE49-F238E27FC236}">
                <a16:creationId xmlns:a16="http://schemas.microsoft.com/office/drawing/2014/main" id="{F4E97853-BF72-1643-9E29-F28A0DBCDD67}"/>
              </a:ext>
            </a:extLst>
          </p:cNvPr>
          <p:cNvSpPr>
            <a:spLocks/>
          </p:cNvSpPr>
          <p:nvPr/>
        </p:nvSpPr>
        <p:spPr>
          <a:xfrm>
            <a:off x="8379597" y="4120302"/>
            <a:ext cx="165030" cy="122895"/>
          </a:xfrm>
          <a:prstGeom prst="rect">
            <a:avLst/>
          </a:prstGeom>
          <a:solidFill>
            <a:srgbClr val="F1E7D8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2" name="Rectangle 541">
            <a:extLst>
              <a:ext uri="{FF2B5EF4-FFF2-40B4-BE49-F238E27FC236}">
                <a16:creationId xmlns:a16="http://schemas.microsoft.com/office/drawing/2014/main" id="{390580DB-2766-2335-169E-C09AB924DCCD}"/>
              </a:ext>
            </a:extLst>
          </p:cNvPr>
          <p:cNvSpPr>
            <a:spLocks/>
          </p:cNvSpPr>
          <p:nvPr/>
        </p:nvSpPr>
        <p:spPr>
          <a:xfrm>
            <a:off x="8551505" y="4120302"/>
            <a:ext cx="165030" cy="122895"/>
          </a:xfrm>
          <a:prstGeom prst="rect">
            <a:avLst/>
          </a:prstGeom>
          <a:solidFill>
            <a:srgbClr val="F5F2EB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3" name="Rectangle 542">
            <a:extLst>
              <a:ext uri="{FF2B5EF4-FFF2-40B4-BE49-F238E27FC236}">
                <a16:creationId xmlns:a16="http://schemas.microsoft.com/office/drawing/2014/main" id="{7EF12AA3-0F1A-B5B7-39F1-61C538CC63DE}"/>
              </a:ext>
            </a:extLst>
          </p:cNvPr>
          <p:cNvSpPr>
            <a:spLocks/>
          </p:cNvSpPr>
          <p:nvPr/>
        </p:nvSpPr>
        <p:spPr>
          <a:xfrm>
            <a:off x="8723412" y="4120302"/>
            <a:ext cx="165030" cy="122895"/>
          </a:xfrm>
          <a:prstGeom prst="rect">
            <a:avLst/>
          </a:prstGeom>
          <a:solidFill>
            <a:srgbClr val="E5C5A2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4" name="Rectangle 543">
            <a:extLst>
              <a:ext uri="{FF2B5EF4-FFF2-40B4-BE49-F238E27FC236}">
                <a16:creationId xmlns:a16="http://schemas.microsoft.com/office/drawing/2014/main" id="{3F7A13D9-0AB5-F720-5A00-657CB16CE69C}"/>
              </a:ext>
            </a:extLst>
          </p:cNvPr>
          <p:cNvSpPr>
            <a:spLocks/>
          </p:cNvSpPr>
          <p:nvPr/>
        </p:nvSpPr>
        <p:spPr>
          <a:xfrm>
            <a:off x="8895319" y="4120302"/>
            <a:ext cx="165030" cy="122895"/>
          </a:xfrm>
          <a:prstGeom prst="rect">
            <a:avLst/>
          </a:prstGeom>
          <a:solidFill>
            <a:srgbClr val="D9A067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5" name="Rectangle 544">
            <a:extLst>
              <a:ext uri="{FF2B5EF4-FFF2-40B4-BE49-F238E27FC236}">
                <a16:creationId xmlns:a16="http://schemas.microsoft.com/office/drawing/2014/main" id="{2AF56EC6-D3C6-A0BE-6AFF-0E1FF01DD4D0}"/>
              </a:ext>
            </a:extLst>
          </p:cNvPr>
          <p:cNvSpPr>
            <a:spLocks/>
          </p:cNvSpPr>
          <p:nvPr/>
        </p:nvSpPr>
        <p:spPr>
          <a:xfrm>
            <a:off x="9067226" y="4120302"/>
            <a:ext cx="165030" cy="122895"/>
          </a:xfrm>
          <a:prstGeom prst="rect">
            <a:avLst/>
          </a:prstGeom>
          <a:solidFill>
            <a:srgbClr val="EAD3B9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6" name="Rectangle 545">
            <a:extLst>
              <a:ext uri="{FF2B5EF4-FFF2-40B4-BE49-F238E27FC236}">
                <a16:creationId xmlns:a16="http://schemas.microsoft.com/office/drawing/2014/main" id="{F916DD8D-3789-7865-3D38-B4DA99C4FBA4}"/>
              </a:ext>
            </a:extLst>
          </p:cNvPr>
          <p:cNvSpPr>
            <a:spLocks/>
          </p:cNvSpPr>
          <p:nvPr/>
        </p:nvSpPr>
        <p:spPr>
          <a:xfrm>
            <a:off x="8379597" y="4248317"/>
            <a:ext cx="165030" cy="122895"/>
          </a:xfrm>
          <a:prstGeom prst="rect">
            <a:avLst/>
          </a:prstGeom>
          <a:solidFill>
            <a:srgbClr val="E9D0B4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7" name="Rectangle 546">
            <a:extLst>
              <a:ext uri="{FF2B5EF4-FFF2-40B4-BE49-F238E27FC236}">
                <a16:creationId xmlns:a16="http://schemas.microsoft.com/office/drawing/2014/main" id="{7D14942F-7419-87C6-A6FF-E045E0454A8A}"/>
              </a:ext>
            </a:extLst>
          </p:cNvPr>
          <p:cNvSpPr>
            <a:spLocks/>
          </p:cNvSpPr>
          <p:nvPr/>
        </p:nvSpPr>
        <p:spPr>
          <a:xfrm>
            <a:off x="8551505" y="4248317"/>
            <a:ext cx="165030" cy="122895"/>
          </a:xfrm>
          <a:prstGeom prst="rect">
            <a:avLst/>
          </a:prstGeom>
          <a:solidFill>
            <a:srgbClr val="EDDCC6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8" name="Rectangle 547">
            <a:extLst>
              <a:ext uri="{FF2B5EF4-FFF2-40B4-BE49-F238E27FC236}">
                <a16:creationId xmlns:a16="http://schemas.microsoft.com/office/drawing/2014/main" id="{CEE65DEE-88A0-61AE-49B4-D6F685463F3E}"/>
              </a:ext>
            </a:extLst>
          </p:cNvPr>
          <p:cNvSpPr>
            <a:spLocks/>
          </p:cNvSpPr>
          <p:nvPr/>
        </p:nvSpPr>
        <p:spPr>
          <a:xfrm>
            <a:off x="8723412" y="4248317"/>
            <a:ext cx="165030" cy="122895"/>
          </a:xfrm>
          <a:prstGeom prst="rect">
            <a:avLst/>
          </a:prstGeom>
          <a:solidFill>
            <a:srgbClr val="ECF0EF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9" name="Rectangle 548">
            <a:extLst>
              <a:ext uri="{FF2B5EF4-FFF2-40B4-BE49-F238E27FC236}">
                <a16:creationId xmlns:a16="http://schemas.microsoft.com/office/drawing/2014/main" id="{4F44536A-DC35-3132-45EE-E0B41825FBEC}"/>
              </a:ext>
            </a:extLst>
          </p:cNvPr>
          <p:cNvSpPr>
            <a:spLocks/>
          </p:cNvSpPr>
          <p:nvPr/>
        </p:nvSpPr>
        <p:spPr>
          <a:xfrm>
            <a:off x="8895319" y="4248317"/>
            <a:ext cx="165030" cy="122895"/>
          </a:xfrm>
          <a:prstGeom prst="rect">
            <a:avLst/>
          </a:prstGeom>
          <a:solidFill>
            <a:srgbClr val="EAD3B9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0" name="Rectangle 549">
            <a:extLst>
              <a:ext uri="{FF2B5EF4-FFF2-40B4-BE49-F238E27FC236}">
                <a16:creationId xmlns:a16="http://schemas.microsoft.com/office/drawing/2014/main" id="{23B7B885-5C0A-680B-1DEE-7CBE9B7E40ED}"/>
              </a:ext>
            </a:extLst>
          </p:cNvPr>
          <p:cNvSpPr>
            <a:spLocks/>
          </p:cNvSpPr>
          <p:nvPr/>
        </p:nvSpPr>
        <p:spPr>
          <a:xfrm>
            <a:off x="9067226" y="4248317"/>
            <a:ext cx="165030" cy="122895"/>
          </a:xfrm>
          <a:prstGeom prst="rect">
            <a:avLst/>
          </a:prstGeom>
          <a:solidFill>
            <a:srgbClr val="D9A067"/>
          </a:solidFill>
          <a:ln w="317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1" name="TextBox 550">
            <a:extLst>
              <a:ext uri="{FF2B5EF4-FFF2-40B4-BE49-F238E27FC236}">
                <a16:creationId xmlns:a16="http://schemas.microsoft.com/office/drawing/2014/main" id="{5900748A-8F4B-AC83-3DA0-24F03B6E65A5}"/>
              </a:ext>
            </a:extLst>
          </p:cNvPr>
          <p:cNvSpPr txBox="1">
            <a:spLocks/>
          </p:cNvSpPr>
          <p:nvPr/>
        </p:nvSpPr>
        <p:spPr>
          <a:xfrm>
            <a:off x="8379597" y="4408338"/>
            <a:ext cx="214884" cy="82296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l"/>
            <a:r>
              <a:rPr sz="520" b="0">
                <a:solidFill>
                  <a:srgbClr val="5F5F5F"/>
                </a:solidFill>
                <a:latin typeface="Arial"/>
              </a:rPr>
              <a:t>-1</a:t>
            </a:r>
          </a:p>
        </p:txBody>
      </p:sp>
      <p:sp>
        <p:nvSpPr>
          <p:cNvPr id="552" name="TextBox 551">
            <a:extLst>
              <a:ext uri="{FF2B5EF4-FFF2-40B4-BE49-F238E27FC236}">
                <a16:creationId xmlns:a16="http://schemas.microsoft.com/office/drawing/2014/main" id="{9F9924AE-863F-72C9-B317-68DC4DE014D6}"/>
              </a:ext>
            </a:extLst>
          </p:cNvPr>
          <p:cNvSpPr txBox="1">
            <a:spLocks/>
          </p:cNvSpPr>
          <p:nvPr/>
        </p:nvSpPr>
        <p:spPr>
          <a:xfrm>
            <a:off x="8723412" y="4408338"/>
            <a:ext cx="171907" cy="82296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ctr"/>
            <a:r>
              <a:rPr sz="520" b="0">
                <a:solidFill>
                  <a:srgbClr val="5F5F5F"/>
                </a:solidFill>
                <a:latin typeface="Arial"/>
              </a:rPr>
              <a:t>0</a:t>
            </a:r>
          </a:p>
        </p:txBody>
      </p:sp>
      <p:sp>
        <p:nvSpPr>
          <p:cNvPr id="553" name="TextBox 552">
            <a:extLst>
              <a:ext uri="{FF2B5EF4-FFF2-40B4-BE49-F238E27FC236}">
                <a16:creationId xmlns:a16="http://schemas.microsoft.com/office/drawing/2014/main" id="{0AA8810C-6919-FFA3-D793-40BA95363927}"/>
              </a:ext>
            </a:extLst>
          </p:cNvPr>
          <p:cNvSpPr txBox="1">
            <a:spLocks/>
          </p:cNvSpPr>
          <p:nvPr/>
        </p:nvSpPr>
        <p:spPr>
          <a:xfrm>
            <a:off x="9024249" y="4408338"/>
            <a:ext cx="214884" cy="82296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r"/>
            <a:r>
              <a:rPr sz="520" b="0">
                <a:solidFill>
                  <a:srgbClr val="5F5F5F"/>
                </a:solidFill>
                <a:latin typeface="Arial"/>
              </a:rPr>
              <a:t>+1</a:t>
            </a:r>
          </a:p>
        </p:txBody>
      </p:sp>
      <p:sp>
        <p:nvSpPr>
          <p:cNvPr id="554" name="TextBox 553">
            <a:extLst>
              <a:ext uri="{FF2B5EF4-FFF2-40B4-BE49-F238E27FC236}">
                <a16:creationId xmlns:a16="http://schemas.microsoft.com/office/drawing/2014/main" id="{CFD9D0C7-F4DC-D7DF-0A67-2EB83162458A}"/>
              </a:ext>
            </a:extLst>
          </p:cNvPr>
          <p:cNvSpPr txBox="1">
            <a:spLocks/>
          </p:cNvSpPr>
          <p:nvPr/>
        </p:nvSpPr>
        <p:spPr>
          <a:xfrm>
            <a:off x="8252314" y="2540137"/>
            <a:ext cx="1097280" cy="182880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ctr"/>
            <a:r>
              <a:rPr sz="960" b="1" dirty="0">
                <a:solidFill>
                  <a:srgbClr val="0076BA"/>
                </a:solidFill>
                <a:latin typeface="Arial"/>
              </a:rPr>
              <a:t>Geometry</a:t>
            </a:r>
          </a:p>
        </p:txBody>
      </p:sp>
      <p:sp>
        <p:nvSpPr>
          <p:cNvPr id="555" name="TextBox 554">
            <a:extLst>
              <a:ext uri="{FF2B5EF4-FFF2-40B4-BE49-F238E27FC236}">
                <a16:creationId xmlns:a16="http://schemas.microsoft.com/office/drawing/2014/main" id="{63D79EF8-3739-EBAC-C4AC-EB69DE92D073}"/>
              </a:ext>
            </a:extLst>
          </p:cNvPr>
          <p:cNvSpPr txBox="1">
            <a:spLocks/>
          </p:cNvSpPr>
          <p:nvPr/>
        </p:nvSpPr>
        <p:spPr>
          <a:xfrm>
            <a:off x="9479253" y="2539483"/>
            <a:ext cx="1097280" cy="182880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ctr"/>
            <a:r>
              <a:rPr sz="960" b="1" dirty="0">
                <a:solidFill>
                  <a:srgbClr val="EA5C1F"/>
                </a:solidFill>
                <a:latin typeface="Arial"/>
              </a:rPr>
              <a:t>Distributions</a:t>
            </a:r>
          </a:p>
        </p:txBody>
      </p:sp>
      <p:sp>
        <p:nvSpPr>
          <p:cNvPr id="556" name="TextBox 555">
            <a:extLst>
              <a:ext uri="{FF2B5EF4-FFF2-40B4-BE49-F238E27FC236}">
                <a16:creationId xmlns:a16="http://schemas.microsoft.com/office/drawing/2014/main" id="{AB18E1BF-F20A-67AD-40DE-66705016C10F}"/>
              </a:ext>
            </a:extLst>
          </p:cNvPr>
          <p:cNvSpPr txBox="1">
            <a:spLocks/>
          </p:cNvSpPr>
          <p:nvPr/>
        </p:nvSpPr>
        <p:spPr>
          <a:xfrm>
            <a:off x="8244684" y="3527419"/>
            <a:ext cx="1097280" cy="182880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ctr"/>
            <a:r>
              <a:rPr sz="960" b="1" dirty="0">
                <a:solidFill>
                  <a:srgbClr val="1DB100"/>
                </a:solidFill>
                <a:latin typeface="Arial"/>
              </a:rPr>
              <a:t>Structure</a:t>
            </a:r>
          </a:p>
        </p:txBody>
      </p:sp>
      <p:sp>
        <p:nvSpPr>
          <p:cNvPr id="559" name="TextBox 558">
            <a:extLst>
              <a:ext uri="{FF2B5EF4-FFF2-40B4-BE49-F238E27FC236}">
                <a16:creationId xmlns:a16="http://schemas.microsoft.com/office/drawing/2014/main" id="{A64DC0B6-70D8-628B-FDF0-9542DF860857}"/>
              </a:ext>
            </a:extLst>
          </p:cNvPr>
          <p:cNvSpPr txBox="1">
            <a:spLocks/>
          </p:cNvSpPr>
          <p:nvPr/>
        </p:nvSpPr>
        <p:spPr>
          <a:xfrm>
            <a:off x="9490152" y="3520457"/>
            <a:ext cx="1097280" cy="182880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ctr"/>
            <a:r>
              <a:rPr sz="960" b="1" dirty="0">
                <a:solidFill>
                  <a:srgbClr val="009E73"/>
                </a:solidFill>
                <a:latin typeface="Arial"/>
              </a:rPr>
              <a:t>AUC / utility</a:t>
            </a:r>
          </a:p>
        </p:txBody>
      </p:sp>
      <p:cxnSp>
        <p:nvCxnSpPr>
          <p:cNvPr id="569" name="Connector 422">
            <a:extLst>
              <a:ext uri="{FF2B5EF4-FFF2-40B4-BE49-F238E27FC236}">
                <a16:creationId xmlns:a16="http://schemas.microsoft.com/office/drawing/2014/main" id="{5DACA652-6091-5C24-6285-5B99CF1BB58C}"/>
              </a:ext>
            </a:extLst>
          </p:cNvPr>
          <p:cNvCxnSpPr>
            <a:cxnSpLocks/>
          </p:cNvCxnSpPr>
          <p:nvPr/>
        </p:nvCxnSpPr>
        <p:spPr>
          <a:xfrm>
            <a:off x="9638481" y="4267870"/>
            <a:ext cx="429769" cy="0"/>
          </a:xfrm>
          <a:prstGeom prst="line">
            <a:avLst/>
          </a:prstGeom>
          <a:ln w="8255">
            <a:solidFill>
              <a:srgbClr val="3334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0" name="Connector 423">
            <a:extLst>
              <a:ext uri="{FF2B5EF4-FFF2-40B4-BE49-F238E27FC236}">
                <a16:creationId xmlns:a16="http://schemas.microsoft.com/office/drawing/2014/main" id="{C36D59E0-C877-63A4-FAC1-53D042D119DE}"/>
              </a:ext>
            </a:extLst>
          </p:cNvPr>
          <p:cNvCxnSpPr>
            <a:cxnSpLocks/>
          </p:cNvCxnSpPr>
          <p:nvPr/>
        </p:nvCxnSpPr>
        <p:spPr>
          <a:xfrm>
            <a:off x="9638481" y="3858218"/>
            <a:ext cx="0" cy="409652"/>
          </a:xfrm>
          <a:prstGeom prst="line">
            <a:avLst/>
          </a:prstGeom>
          <a:ln w="8255">
            <a:solidFill>
              <a:srgbClr val="3334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1" name="TextBox 570">
            <a:extLst>
              <a:ext uri="{FF2B5EF4-FFF2-40B4-BE49-F238E27FC236}">
                <a16:creationId xmlns:a16="http://schemas.microsoft.com/office/drawing/2014/main" id="{2973BBFC-4E4E-A662-8A11-0F19A57AC320}"/>
              </a:ext>
            </a:extLst>
          </p:cNvPr>
          <p:cNvSpPr txBox="1">
            <a:spLocks/>
          </p:cNvSpPr>
          <p:nvPr/>
        </p:nvSpPr>
        <p:spPr>
          <a:xfrm>
            <a:off x="9733030" y="4299874"/>
            <a:ext cx="266456" cy="91440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ctr"/>
            <a:r>
              <a:rPr sz="540" b="0">
                <a:solidFill>
                  <a:srgbClr val="5F5F5F"/>
                </a:solidFill>
                <a:latin typeface="Arial"/>
              </a:rPr>
              <a:t>FPR</a:t>
            </a:r>
          </a:p>
        </p:txBody>
      </p:sp>
      <p:sp>
        <p:nvSpPr>
          <p:cNvPr id="572" name="TextBox 571">
            <a:extLst>
              <a:ext uri="{FF2B5EF4-FFF2-40B4-BE49-F238E27FC236}">
                <a16:creationId xmlns:a16="http://schemas.microsoft.com/office/drawing/2014/main" id="{965772DF-3BF2-BAA7-C342-BF588B212250}"/>
              </a:ext>
            </a:extLst>
          </p:cNvPr>
          <p:cNvSpPr txBox="1">
            <a:spLocks/>
          </p:cNvSpPr>
          <p:nvPr/>
        </p:nvSpPr>
        <p:spPr>
          <a:xfrm>
            <a:off x="9492177" y="3972921"/>
            <a:ext cx="137160" cy="91440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ctr"/>
            <a:r>
              <a:rPr sz="540" b="0">
                <a:solidFill>
                  <a:srgbClr val="5F5F5F"/>
                </a:solidFill>
                <a:latin typeface="Arial"/>
              </a:rPr>
              <a:t>TPR</a:t>
            </a:r>
          </a:p>
        </p:txBody>
      </p:sp>
      <p:cxnSp>
        <p:nvCxnSpPr>
          <p:cNvPr id="573" name="Connector 426">
            <a:extLst>
              <a:ext uri="{FF2B5EF4-FFF2-40B4-BE49-F238E27FC236}">
                <a16:creationId xmlns:a16="http://schemas.microsoft.com/office/drawing/2014/main" id="{B9C62B00-7B49-B740-069C-764DE7B99DBB}"/>
              </a:ext>
            </a:extLst>
          </p:cNvPr>
          <p:cNvCxnSpPr>
            <a:cxnSpLocks/>
          </p:cNvCxnSpPr>
          <p:nvPr/>
        </p:nvCxnSpPr>
        <p:spPr>
          <a:xfrm flipV="1">
            <a:off x="9638481" y="3858218"/>
            <a:ext cx="429769" cy="409652"/>
          </a:xfrm>
          <a:prstGeom prst="line">
            <a:avLst/>
          </a:prstGeom>
          <a:ln w="6985">
            <a:solidFill>
              <a:srgbClr val="CDCDC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4" name="Connector 427">
            <a:extLst>
              <a:ext uri="{FF2B5EF4-FFF2-40B4-BE49-F238E27FC236}">
                <a16:creationId xmlns:a16="http://schemas.microsoft.com/office/drawing/2014/main" id="{D06B29A5-9EC7-50D3-35E7-00B86E53513D}"/>
              </a:ext>
            </a:extLst>
          </p:cNvPr>
          <p:cNvCxnSpPr>
            <a:cxnSpLocks/>
          </p:cNvCxnSpPr>
          <p:nvPr/>
        </p:nvCxnSpPr>
        <p:spPr>
          <a:xfrm flipV="1">
            <a:off x="9651375" y="4104009"/>
            <a:ext cx="64465" cy="122896"/>
          </a:xfrm>
          <a:prstGeom prst="line">
            <a:avLst/>
          </a:prstGeom>
          <a:ln w="14604">
            <a:solidFill>
              <a:srgbClr val="EA5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5" name="Connector 428">
            <a:extLst>
              <a:ext uri="{FF2B5EF4-FFF2-40B4-BE49-F238E27FC236}">
                <a16:creationId xmlns:a16="http://schemas.microsoft.com/office/drawing/2014/main" id="{2301D1C5-0E28-1D83-B459-F87F5292F736}"/>
              </a:ext>
            </a:extLst>
          </p:cNvPr>
          <p:cNvCxnSpPr>
            <a:cxnSpLocks/>
          </p:cNvCxnSpPr>
          <p:nvPr/>
        </p:nvCxnSpPr>
        <p:spPr>
          <a:xfrm flipV="1">
            <a:off x="9715840" y="3997500"/>
            <a:ext cx="94549" cy="106509"/>
          </a:xfrm>
          <a:prstGeom prst="line">
            <a:avLst/>
          </a:prstGeom>
          <a:ln w="14604">
            <a:solidFill>
              <a:srgbClr val="EA5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6" name="Connector 429">
            <a:extLst>
              <a:ext uri="{FF2B5EF4-FFF2-40B4-BE49-F238E27FC236}">
                <a16:creationId xmlns:a16="http://schemas.microsoft.com/office/drawing/2014/main" id="{277BB379-3922-D014-A866-8AB86060484B}"/>
              </a:ext>
            </a:extLst>
          </p:cNvPr>
          <p:cNvCxnSpPr>
            <a:cxnSpLocks/>
          </p:cNvCxnSpPr>
          <p:nvPr/>
        </p:nvCxnSpPr>
        <p:spPr>
          <a:xfrm flipV="1">
            <a:off x="9810389" y="3919666"/>
            <a:ext cx="128930" cy="77834"/>
          </a:xfrm>
          <a:prstGeom prst="line">
            <a:avLst/>
          </a:prstGeom>
          <a:ln w="14604">
            <a:solidFill>
              <a:srgbClr val="EA5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7" name="Connector 430">
            <a:extLst>
              <a:ext uri="{FF2B5EF4-FFF2-40B4-BE49-F238E27FC236}">
                <a16:creationId xmlns:a16="http://schemas.microsoft.com/office/drawing/2014/main" id="{A3526E70-E5A7-447B-B314-AEF20572BE22}"/>
              </a:ext>
            </a:extLst>
          </p:cNvPr>
          <p:cNvCxnSpPr>
            <a:cxnSpLocks/>
          </p:cNvCxnSpPr>
          <p:nvPr/>
        </p:nvCxnSpPr>
        <p:spPr>
          <a:xfrm flipV="1">
            <a:off x="9939319" y="3878701"/>
            <a:ext cx="116037" cy="40965"/>
          </a:xfrm>
          <a:prstGeom prst="line">
            <a:avLst/>
          </a:prstGeom>
          <a:ln w="14604">
            <a:solidFill>
              <a:srgbClr val="EA5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9" name="Connector 432">
            <a:extLst>
              <a:ext uri="{FF2B5EF4-FFF2-40B4-BE49-F238E27FC236}">
                <a16:creationId xmlns:a16="http://schemas.microsoft.com/office/drawing/2014/main" id="{2497D0E9-BB1B-6DAC-A7B9-F1A73C0FD735}"/>
              </a:ext>
            </a:extLst>
          </p:cNvPr>
          <p:cNvCxnSpPr>
            <a:cxnSpLocks/>
          </p:cNvCxnSpPr>
          <p:nvPr/>
        </p:nvCxnSpPr>
        <p:spPr>
          <a:xfrm>
            <a:off x="10171394" y="4271527"/>
            <a:ext cx="292242" cy="0"/>
          </a:xfrm>
          <a:prstGeom prst="line">
            <a:avLst/>
          </a:prstGeom>
          <a:ln w="6985">
            <a:solidFill>
              <a:srgbClr val="3334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0" name="Rectangle 579">
            <a:extLst>
              <a:ext uri="{FF2B5EF4-FFF2-40B4-BE49-F238E27FC236}">
                <a16:creationId xmlns:a16="http://schemas.microsoft.com/office/drawing/2014/main" id="{02FA38EA-0491-C22A-F822-3F56A8B31028}"/>
              </a:ext>
            </a:extLst>
          </p:cNvPr>
          <p:cNvSpPr>
            <a:spLocks/>
          </p:cNvSpPr>
          <p:nvPr/>
        </p:nvSpPr>
        <p:spPr>
          <a:xfrm>
            <a:off x="10171394" y="4002694"/>
            <a:ext cx="52603" cy="136209"/>
          </a:xfrm>
          <a:prstGeom prst="rect">
            <a:avLst/>
          </a:prstGeom>
          <a:solidFill>
            <a:srgbClr val="C7C2F4"/>
          </a:solidFill>
          <a:ln w="8255">
            <a:solidFill>
              <a:srgbClr val="6A5AC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81" name="Connector 434">
            <a:extLst>
              <a:ext uri="{FF2B5EF4-FFF2-40B4-BE49-F238E27FC236}">
                <a16:creationId xmlns:a16="http://schemas.microsoft.com/office/drawing/2014/main" id="{13C12F39-EAF0-E19B-DEAD-06543546E3EA}"/>
              </a:ext>
            </a:extLst>
          </p:cNvPr>
          <p:cNvCxnSpPr>
            <a:cxnSpLocks/>
          </p:cNvCxnSpPr>
          <p:nvPr/>
        </p:nvCxnSpPr>
        <p:spPr>
          <a:xfrm>
            <a:off x="10171394" y="4074383"/>
            <a:ext cx="52603" cy="0"/>
          </a:xfrm>
          <a:prstGeom prst="line">
            <a:avLst/>
          </a:prstGeom>
          <a:ln w="8255">
            <a:solidFill>
              <a:srgbClr val="3334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2" name="Rectangle 581">
            <a:extLst>
              <a:ext uri="{FF2B5EF4-FFF2-40B4-BE49-F238E27FC236}">
                <a16:creationId xmlns:a16="http://schemas.microsoft.com/office/drawing/2014/main" id="{25DB77BC-D8F5-ADED-D3AC-190B9A383921}"/>
              </a:ext>
            </a:extLst>
          </p:cNvPr>
          <p:cNvSpPr>
            <a:spLocks/>
          </p:cNvSpPr>
          <p:nvPr/>
        </p:nvSpPr>
        <p:spPr>
          <a:xfrm>
            <a:off x="10270756" y="3963265"/>
            <a:ext cx="52603" cy="136209"/>
          </a:xfrm>
          <a:prstGeom prst="rect">
            <a:avLst/>
          </a:prstGeom>
          <a:solidFill>
            <a:srgbClr val="E8B4D2"/>
          </a:solidFill>
          <a:ln w="8255">
            <a:solidFill>
              <a:srgbClr val="CC79A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83" name="Connector 436">
            <a:extLst>
              <a:ext uri="{FF2B5EF4-FFF2-40B4-BE49-F238E27FC236}">
                <a16:creationId xmlns:a16="http://schemas.microsoft.com/office/drawing/2014/main" id="{4D321D6C-4CD3-9B4E-318B-AB97E8C9BE4A}"/>
              </a:ext>
            </a:extLst>
          </p:cNvPr>
          <p:cNvCxnSpPr>
            <a:cxnSpLocks/>
          </p:cNvCxnSpPr>
          <p:nvPr/>
        </p:nvCxnSpPr>
        <p:spPr>
          <a:xfrm>
            <a:off x="10270756" y="4034954"/>
            <a:ext cx="52604" cy="0"/>
          </a:xfrm>
          <a:prstGeom prst="line">
            <a:avLst/>
          </a:prstGeom>
          <a:ln w="8255">
            <a:solidFill>
              <a:srgbClr val="3334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4" name="Rectangle 583">
            <a:extLst>
              <a:ext uri="{FF2B5EF4-FFF2-40B4-BE49-F238E27FC236}">
                <a16:creationId xmlns:a16="http://schemas.microsoft.com/office/drawing/2014/main" id="{6AB92CDC-ABFC-35AC-1196-5D1B38C577E1}"/>
              </a:ext>
            </a:extLst>
          </p:cNvPr>
          <p:cNvSpPr>
            <a:spLocks/>
          </p:cNvSpPr>
          <p:nvPr/>
        </p:nvSpPr>
        <p:spPr>
          <a:xfrm>
            <a:off x="10370119" y="4027785"/>
            <a:ext cx="52603" cy="136209"/>
          </a:xfrm>
          <a:prstGeom prst="rect">
            <a:avLst/>
          </a:prstGeom>
          <a:solidFill>
            <a:srgbClr val="A8DEC9"/>
          </a:solidFill>
          <a:ln w="8255">
            <a:solidFill>
              <a:srgbClr val="009E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585" name="Connector 438">
            <a:extLst>
              <a:ext uri="{FF2B5EF4-FFF2-40B4-BE49-F238E27FC236}">
                <a16:creationId xmlns:a16="http://schemas.microsoft.com/office/drawing/2014/main" id="{6842A8BA-04FE-3F67-D98A-756D28358C6F}"/>
              </a:ext>
            </a:extLst>
          </p:cNvPr>
          <p:cNvCxnSpPr>
            <a:cxnSpLocks/>
          </p:cNvCxnSpPr>
          <p:nvPr/>
        </p:nvCxnSpPr>
        <p:spPr>
          <a:xfrm>
            <a:off x="10370119" y="4099474"/>
            <a:ext cx="52603" cy="0"/>
          </a:xfrm>
          <a:prstGeom prst="line">
            <a:avLst/>
          </a:prstGeom>
          <a:ln w="8255">
            <a:solidFill>
              <a:srgbClr val="33343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6" name="TextBox 585">
            <a:extLst>
              <a:ext uri="{FF2B5EF4-FFF2-40B4-BE49-F238E27FC236}">
                <a16:creationId xmlns:a16="http://schemas.microsoft.com/office/drawing/2014/main" id="{F291C4CD-C7EF-2D66-8B51-9D3D125B6554}"/>
              </a:ext>
            </a:extLst>
          </p:cNvPr>
          <p:cNvSpPr txBox="1">
            <a:spLocks/>
          </p:cNvSpPr>
          <p:nvPr/>
        </p:nvSpPr>
        <p:spPr>
          <a:xfrm>
            <a:off x="10143962" y="4311286"/>
            <a:ext cx="383682" cy="82296"/>
          </a:xfrm>
          <a:prstGeom prst="rect">
            <a:avLst/>
          </a:prstGeom>
          <a:noFill/>
        </p:spPr>
        <p:txBody>
          <a:bodyPr wrap="none" lIns="45720" tIns="18288" rIns="45720" bIns="18288" anchor="ctr">
            <a:spAutoFit/>
          </a:bodyPr>
          <a:lstStyle/>
          <a:p>
            <a:pPr algn="ctr"/>
            <a:r>
              <a:rPr sz="560" b="1" dirty="0">
                <a:solidFill>
                  <a:srgbClr val="5F5F5F"/>
                </a:solidFill>
                <a:latin typeface="Arial"/>
              </a:rPr>
              <a:t>utility</a:t>
            </a:r>
          </a:p>
        </p:txBody>
      </p:sp>
      <p:cxnSp>
        <p:nvCxnSpPr>
          <p:cNvPr id="615" name="Straight Arrow Connector 614">
            <a:extLst>
              <a:ext uri="{FF2B5EF4-FFF2-40B4-BE49-F238E27FC236}">
                <a16:creationId xmlns:a16="http://schemas.microsoft.com/office/drawing/2014/main" id="{FE2B363E-A113-2DE6-2EF1-268A6AFF1E86}"/>
              </a:ext>
            </a:extLst>
          </p:cNvPr>
          <p:cNvCxnSpPr>
            <a:cxnSpLocks/>
          </p:cNvCxnSpPr>
          <p:nvPr/>
        </p:nvCxnSpPr>
        <p:spPr>
          <a:xfrm>
            <a:off x="7018020" y="3620196"/>
            <a:ext cx="868680" cy="0"/>
          </a:xfrm>
          <a:prstGeom prst="straightConnector1">
            <a:avLst/>
          </a:prstGeom>
          <a:ln w="38100">
            <a:solidFill>
              <a:schemeClr val="tx1">
                <a:lumMod val="85000"/>
                <a:lumOff val="1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7" name="Straight Arrow Connector 616">
            <a:extLst>
              <a:ext uri="{FF2B5EF4-FFF2-40B4-BE49-F238E27FC236}">
                <a16:creationId xmlns:a16="http://schemas.microsoft.com/office/drawing/2014/main" id="{6D83767B-ABC7-01DA-5B4E-72B6D218DCD1}"/>
              </a:ext>
            </a:extLst>
          </p:cNvPr>
          <p:cNvCxnSpPr>
            <a:cxnSpLocks/>
          </p:cNvCxnSpPr>
          <p:nvPr/>
        </p:nvCxnSpPr>
        <p:spPr>
          <a:xfrm>
            <a:off x="11042533" y="3620196"/>
            <a:ext cx="769620" cy="0"/>
          </a:xfrm>
          <a:prstGeom prst="straightConnector1">
            <a:avLst/>
          </a:prstGeom>
          <a:ln w="38100">
            <a:solidFill>
              <a:schemeClr val="tx1">
                <a:lumMod val="85000"/>
                <a:lumOff val="1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417</TotalTime>
  <Words>45</Words>
  <Application>Microsoft Office PowerPoint</Application>
  <PresentationFormat>Custom</PresentationFormat>
  <Paragraphs>26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SF Pro Display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Tony Tran</cp:lastModifiedBy>
  <cp:revision>4</cp:revision>
  <dcterms:created xsi:type="dcterms:W3CDTF">2013-01-27T09:14:16Z</dcterms:created>
  <dcterms:modified xsi:type="dcterms:W3CDTF">2026-05-24T19:56:10Z</dcterms:modified>
  <cp:category/>
</cp:coreProperties>
</file>